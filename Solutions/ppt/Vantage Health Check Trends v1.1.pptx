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12" r:id="rId2"/>
    <p:sldId id="279" r:id="rId3"/>
    <p:sldId id="337" r:id="rId4"/>
    <p:sldId id="2142532959" r:id="rId5"/>
    <p:sldId id="2142532960" r:id="rId6"/>
    <p:sldId id="2142532956" r:id="rId7"/>
    <p:sldId id="2142532961" r:id="rId8"/>
    <p:sldId id="2142532962" r:id="rId9"/>
    <p:sldId id="2142532957" r:id="rId10"/>
    <p:sldId id="2142532963" r:id="rId11"/>
    <p:sldId id="2147483644" r:id="rId12"/>
    <p:sldId id="2142532964" r:id="rId13"/>
    <p:sldId id="2147483643" r:id="rId14"/>
    <p:sldId id="2142532958" r:id="rId15"/>
    <p:sldId id="2142532965" r:id="rId16"/>
    <p:sldId id="2142532966" r:id="rId17"/>
    <p:sldId id="302" r:id="rId18"/>
  </p:sldIdLst>
  <p:sldSz cx="12192000" cy="6858000"/>
  <p:notesSz cx="6858000" cy="9144000"/>
  <p:embeddedFontLst>
    <p:embeddedFont>
      <p:font typeface="Inter" panose="02000503000000020004" pitchFamily="2" charset="0"/>
      <p:regular r:id="rId21"/>
      <p:bold r:id="rId22"/>
    </p:embeddedFont>
    <p:embeddedFont>
      <p:font typeface="Inter Light" panose="02000503000000020004" pitchFamily="2" charset="0"/>
      <p:regular r:id="rId23"/>
    </p:embeddedFont>
    <p:embeddedFont>
      <p:font typeface="Inter SemiBold" panose="02000503000000020004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D3F186D6-FFA7-5D49-8506-D019222D40ED}">
          <p14:sldIdLst>
            <p14:sldId id="312"/>
            <p14:sldId id="279"/>
          </p14:sldIdLst>
        </p14:section>
        <p14:section name="Activity Count" id="{C5CDFAF2-2561-46F3-868D-1CC80A999C51}">
          <p14:sldIdLst>
            <p14:sldId id="337"/>
            <p14:sldId id="2142532959"/>
            <p14:sldId id="2142532960"/>
          </p14:sldIdLst>
        </p14:section>
        <p14:section name="Disk Space" id="{281184AD-5154-478D-B351-4B9814674487}">
          <p14:sldIdLst>
            <p14:sldId id="2142532956"/>
            <p14:sldId id="2142532961"/>
            <p14:sldId id="2142532962"/>
          </p14:sldIdLst>
        </p14:section>
        <p14:section name="CPU" id="{9BAA1995-3F7B-4F53-BB5C-B637F370BFE8}">
          <p14:sldIdLst>
            <p14:sldId id="2142532957"/>
            <p14:sldId id="2142532963"/>
            <p14:sldId id="2147483644"/>
            <p14:sldId id="2142532964"/>
            <p14:sldId id="2147483643"/>
          </p14:sldIdLst>
        </p14:section>
        <p14:section name="IO" id="{9E231CCD-1148-4A17-955B-D1C065FBB23B}">
          <p14:sldIdLst>
            <p14:sldId id="2142532958"/>
            <p14:sldId id="2142532965"/>
            <p14:sldId id="2142532966"/>
          </p14:sldIdLst>
        </p14:section>
        <p14:section name="Teradata" id="{D6A75D8A-4E0C-4652-98BD-564DC00DBB9E}">
          <p14:sldIdLst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5DAFF"/>
    <a:srgbClr val="04CE7E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77" autoAdjust="0"/>
    <p:restoredTop sz="88520" autoAdjust="0"/>
  </p:normalViewPr>
  <p:slideViewPr>
    <p:cSldViewPr snapToGrid="0">
      <p:cViewPr varScale="1">
        <p:scale>
          <a:sx n="86" d="100"/>
          <a:sy n="86" d="100"/>
        </p:scale>
        <p:origin x="122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ir, Hassan" userId="72b44764-6718-4eb5-979c-fc4e67a1d4a7" providerId="ADAL" clId="{0820F524-D92C-499F-A328-B1D058DD73B2}"/>
    <pc:docChg chg="addSld delSld modSld modSection">
      <pc:chgData name="Munir, Hassan" userId="72b44764-6718-4eb5-979c-fc4e67a1d4a7" providerId="ADAL" clId="{0820F524-D92C-499F-A328-B1D058DD73B2}" dt="2025-12-01T16:13:55.553" v="127" actId="3064"/>
      <pc:docMkLst>
        <pc:docMk/>
      </pc:docMkLst>
      <pc:sldChg chg="modSp mod">
        <pc:chgData name="Munir, Hassan" userId="72b44764-6718-4eb5-979c-fc4e67a1d4a7" providerId="ADAL" clId="{0820F524-D92C-499F-A328-B1D058DD73B2}" dt="2025-12-01T16:10:37.056" v="21" actId="1076"/>
        <pc:sldMkLst>
          <pc:docMk/>
          <pc:sldMk cId="1447831917" sldId="337"/>
        </pc:sldMkLst>
        <pc:spChg chg="mod">
          <ac:chgData name="Munir, Hassan" userId="72b44764-6718-4eb5-979c-fc4e67a1d4a7" providerId="ADAL" clId="{0820F524-D92C-499F-A328-B1D058DD73B2}" dt="2025-12-01T16:10:31.446" v="19" actId="1076"/>
          <ac:spMkLst>
            <pc:docMk/>
            <pc:sldMk cId="1447831917" sldId="337"/>
            <ac:spMk id="5" creationId="{4EC2C39E-3C73-8A4F-96B5-C98575055B89}"/>
          </ac:spMkLst>
        </pc:spChg>
        <pc:spChg chg="mod">
          <ac:chgData name="Munir, Hassan" userId="72b44764-6718-4eb5-979c-fc4e67a1d4a7" providerId="ADAL" clId="{0820F524-D92C-499F-A328-B1D058DD73B2}" dt="2025-12-01T16:10:37.056" v="21" actId="1076"/>
          <ac:spMkLst>
            <pc:docMk/>
            <pc:sldMk cId="1447831917" sldId="337"/>
            <ac:spMk id="6" creationId="{CF9288B1-A9AF-1A44-8753-EFA7AB07B4FB}"/>
          </ac:spMkLst>
        </pc:spChg>
      </pc:sldChg>
      <pc:sldChg chg="modSp mod">
        <pc:chgData name="Munir, Hassan" userId="72b44764-6718-4eb5-979c-fc4e67a1d4a7" providerId="ADAL" clId="{0820F524-D92C-499F-A328-B1D058DD73B2}" dt="2025-12-01T16:10:48.203" v="25" actId="1076"/>
        <pc:sldMkLst>
          <pc:docMk/>
          <pc:sldMk cId="3985308118" sldId="2142532956"/>
        </pc:sldMkLst>
        <pc:spChg chg="mod">
          <ac:chgData name="Munir, Hassan" userId="72b44764-6718-4eb5-979c-fc4e67a1d4a7" providerId="ADAL" clId="{0820F524-D92C-499F-A328-B1D058DD73B2}" dt="2025-12-01T16:10:45.823" v="23" actId="1076"/>
          <ac:spMkLst>
            <pc:docMk/>
            <pc:sldMk cId="3985308118" sldId="2142532956"/>
            <ac:spMk id="5" creationId="{4EC2C39E-3C73-8A4F-96B5-C98575055B89}"/>
          </ac:spMkLst>
        </pc:spChg>
        <pc:spChg chg="mod">
          <ac:chgData name="Munir, Hassan" userId="72b44764-6718-4eb5-979c-fc4e67a1d4a7" providerId="ADAL" clId="{0820F524-D92C-499F-A328-B1D058DD73B2}" dt="2025-12-01T16:10:48.203" v="25" actId="1076"/>
          <ac:spMkLst>
            <pc:docMk/>
            <pc:sldMk cId="3985308118" sldId="2142532956"/>
            <ac:spMk id="6" creationId="{CF9288B1-A9AF-1A44-8753-EFA7AB07B4FB}"/>
          </ac:spMkLst>
        </pc:spChg>
      </pc:sldChg>
      <pc:sldChg chg="modSp mod">
        <pc:chgData name="Munir, Hassan" userId="72b44764-6718-4eb5-979c-fc4e67a1d4a7" providerId="ADAL" clId="{0820F524-D92C-499F-A328-B1D058DD73B2}" dt="2025-12-01T16:10:58.940" v="31" actId="1076"/>
        <pc:sldMkLst>
          <pc:docMk/>
          <pc:sldMk cId="1561491267" sldId="2142532957"/>
        </pc:sldMkLst>
        <pc:spChg chg="mod">
          <ac:chgData name="Munir, Hassan" userId="72b44764-6718-4eb5-979c-fc4e67a1d4a7" providerId="ADAL" clId="{0820F524-D92C-499F-A328-B1D058DD73B2}" dt="2025-12-01T16:10:55.171" v="27" actId="1076"/>
          <ac:spMkLst>
            <pc:docMk/>
            <pc:sldMk cId="1561491267" sldId="2142532957"/>
            <ac:spMk id="5" creationId="{4EC2C39E-3C73-8A4F-96B5-C98575055B89}"/>
          </ac:spMkLst>
        </pc:spChg>
        <pc:spChg chg="mod">
          <ac:chgData name="Munir, Hassan" userId="72b44764-6718-4eb5-979c-fc4e67a1d4a7" providerId="ADAL" clId="{0820F524-D92C-499F-A328-B1D058DD73B2}" dt="2025-12-01T16:10:58.940" v="31" actId="1076"/>
          <ac:spMkLst>
            <pc:docMk/>
            <pc:sldMk cId="1561491267" sldId="2142532957"/>
            <ac:spMk id="6" creationId="{CF9288B1-A9AF-1A44-8753-EFA7AB07B4FB}"/>
          </ac:spMkLst>
        </pc:spChg>
      </pc:sldChg>
      <pc:sldChg chg="modSp mod">
        <pc:chgData name="Munir, Hassan" userId="72b44764-6718-4eb5-979c-fc4e67a1d4a7" providerId="ADAL" clId="{0820F524-D92C-499F-A328-B1D058DD73B2}" dt="2025-12-01T16:11:10.330" v="35" actId="1076"/>
        <pc:sldMkLst>
          <pc:docMk/>
          <pc:sldMk cId="1122977376" sldId="2142532958"/>
        </pc:sldMkLst>
        <pc:spChg chg="mod">
          <ac:chgData name="Munir, Hassan" userId="72b44764-6718-4eb5-979c-fc4e67a1d4a7" providerId="ADAL" clId="{0820F524-D92C-499F-A328-B1D058DD73B2}" dt="2025-12-01T16:11:06.652" v="33" actId="1076"/>
          <ac:spMkLst>
            <pc:docMk/>
            <pc:sldMk cId="1122977376" sldId="2142532958"/>
            <ac:spMk id="5" creationId="{4EC2C39E-3C73-8A4F-96B5-C98575055B89}"/>
          </ac:spMkLst>
        </pc:spChg>
        <pc:spChg chg="mod">
          <ac:chgData name="Munir, Hassan" userId="72b44764-6718-4eb5-979c-fc4e67a1d4a7" providerId="ADAL" clId="{0820F524-D92C-499F-A328-B1D058DD73B2}" dt="2025-12-01T16:11:10.330" v="35" actId="1076"/>
          <ac:spMkLst>
            <pc:docMk/>
            <pc:sldMk cId="1122977376" sldId="2142532958"/>
            <ac:spMk id="6" creationId="{CF9288B1-A9AF-1A44-8753-EFA7AB07B4FB}"/>
          </ac:spMkLst>
        </pc:spChg>
      </pc:sldChg>
      <pc:sldChg chg="modSp mod">
        <pc:chgData name="Munir, Hassan" userId="72b44764-6718-4eb5-979c-fc4e67a1d4a7" providerId="ADAL" clId="{0820F524-D92C-499F-A328-B1D058DD73B2}" dt="2025-12-01T16:11:29.899" v="42" actId="3064"/>
        <pc:sldMkLst>
          <pc:docMk/>
          <pc:sldMk cId="840630454" sldId="2142532959"/>
        </pc:sldMkLst>
        <pc:spChg chg="mod">
          <ac:chgData name="Munir, Hassan" userId="72b44764-6718-4eb5-979c-fc4e67a1d4a7" providerId="ADAL" clId="{0820F524-D92C-499F-A328-B1D058DD73B2}" dt="2025-12-01T16:11:29.899" v="42" actId="3064"/>
          <ac:spMkLst>
            <pc:docMk/>
            <pc:sldMk cId="840630454" sldId="2142532959"/>
            <ac:spMk id="2" creationId="{AB112E89-40CB-8744-99E6-5215A63CB2BA}"/>
          </ac:spMkLst>
        </pc:spChg>
      </pc:sldChg>
      <pc:sldChg chg="modSp mod">
        <pc:chgData name="Munir, Hassan" userId="72b44764-6718-4eb5-979c-fc4e67a1d4a7" providerId="ADAL" clId="{0820F524-D92C-499F-A328-B1D058DD73B2}" dt="2025-12-01T16:11:45.591" v="56" actId="3064"/>
        <pc:sldMkLst>
          <pc:docMk/>
          <pc:sldMk cId="4119546744" sldId="2142532960"/>
        </pc:sldMkLst>
        <pc:spChg chg="mod">
          <ac:chgData name="Munir, Hassan" userId="72b44764-6718-4eb5-979c-fc4e67a1d4a7" providerId="ADAL" clId="{0820F524-D92C-499F-A328-B1D058DD73B2}" dt="2025-12-01T16:11:45.591" v="56" actId="3064"/>
          <ac:spMkLst>
            <pc:docMk/>
            <pc:sldMk cId="4119546744" sldId="2142532960"/>
            <ac:spMk id="2" creationId="{AB112E89-40CB-8744-99E6-5215A63CB2BA}"/>
          </ac:spMkLst>
        </pc:spChg>
      </pc:sldChg>
      <pc:sldChg chg="modSp mod">
        <pc:chgData name="Munir, Hassan" userId="72b44764-6718-4eb5-979c-fc4e67a1d4a7" providerId="ADAL" clId="{0820F524-D92C-499F-A328-B1D058DD73B2}" dt="2025-12-01T16:11:56.299" v="61" actId="3064"/>
        <pc:sldMkLst>
          <pc:docMk/>
          <pc:sldMk cId="1784479315" sldId="2142532961"/>
        </pc:sldMkLst>
        <pc:spChg chg="mod">
          <ac:chgData name="Munir, Hassan" userId="72b44764-6718-4eb5-979c-fc4e67a1d4a7" providerId="ADAL" clId="{0820F524-D92C-499F-A328-B1D058DD73B2}" dt="2025-12-01T16:11:56.299" v="61" actId="3064"/>
          <ac:spMkLst>
            <pc:docMk/>
            <pc:sldMk cId="1784479315" sldId="2142532961"/>
            <ac:spMk id="2" creationId="{AB112E89-40CB-8744-99E6-5215A63CB2BA}"/>
          </ac:spMkLst>
        </pc:spChg>
      </pc:sldChg>
      <pc:sldChg chg="modSp mod">
        <pc:chgData name="Munir, Hassan" userId="72b44764-6718-4eb5-979c-fc4e67a1d4a7" providerId="ADAL" clId="{0820F524-D92C-499F-A328-B1D058DD73B2}" dt="2025-12-01T16:12:05.613" v="66" actId="3064"/>
        <pc:sldMkLst>
          <pc:docMk/>
          <pc:sldMk cId="2243563852" sldId="2142532962"/>
        </pc:sldMkLst>
        <pc:spChg chg="mod">
          <ac:chgData name="Munir, Hassan" userId="72b44764-6718-4eb5-979c-fc4e67a1d4a7" providerId="ADAL" clId="{0820F524-D92C-499F-A328-B1D058DD73B2}" dt="2025-12-01T16:12:05.613" v="66" actId="3064"/>
          <ac:spMkLst>
            <pc:docMk/>
            <pc:sldMk cId="2243563852" sldId="2142532962"/>
            <ac:spMk id="2" creationId="{AB112E89-40CB-8744-99E6-5215A63CB2BA}"/>
          </ac:spMkLst>
        </pc:spChg>
      </pc:sldChg>
      <pc:sldChg chg="modSp mod">
        <pc:chgData name="Munir, Hassan" userId="72b44764-6718-4eb5-979c-fc4e67a1d4a7" providerId="ADAL" clId="{0820F524-D92C-499F-A328-B1D058DD73B2}" dt="2025-12-01T16:12:30.466" v="78" actId="1076"/>
        <pc:sldMkLst>
          <pc:docMk/>
          <pc:sldMk cId="96529050" sldId="2142532963"/>
        </pc:sldMkLst>
        <pc:spChg chg="mod">
          <ac:chgData name="Munir, Hassan" userId="72b44764-6718-4eb5-979c-fc4e67a1d4a7" providerId="ADAL" clId="{0820F524-D92C-499F-A328-B1D058DD73B2}" dt="2025-12-01T16:12:20.279" v="73" actId="3064"/>
          <ac:spMkLst>
            <pc:docMk/>
            <pc:sldMk cId="96529050" sldId="2142532963"/>
            <ac:spMk id="2" creationId="{AB112E89-40CB-8744-99E6-5215A63CB2BA}"/>
          </ac:spMkLst>
        </pc:spChg>
        <pc:spChg chg="mod">
          <ac:chgData name="Munir, Hassan" userId="72b44764-6718-4eb5-979c-fc4e67a1d4a7" providerId="ADAL" clId="{0820F524-D92C-499F-A328-B1D058DD73B2}" dt="2025-12-01T16:12:30.466" v="78" actId="1076"/>
          <ac:spMkLst>
            <pc:docMk/>
            <pc:sldMk cId="96529050" sldId="2142532963"/>
            <ac:spMk id="8" creationId="{58BDDEB2-257C-D502-444D-D0B0A955608D}"/>
          </ac:spMkLst>
        </pc:spChg>
      </pc:sldChg>
      <pc:sldChg chg="modSp mod">
        <pc:chgData name="Munir, Hassan" userId="72b44764-6718-4eb5-979c-fc4e67a1d4a7" providerId="ADAL" clId="{0820F524-D92C-499F-A328-B1D058DD73B2}" dt="2025-12-01T16:13:01.796" v="100" actId="1076"/>
        <pc:sldMkLst>
          <pc:docMk/>
          <pc:sldMk cId="2195720891" sldId="2142532964"/>
        </pc:sldMkLst>
        <pc:spChg chg="mod">
          <ac:chgData name="Munir, Hassan" userId="72b44764-6718-4eb5-979c-fc4e67a1d4a7" providerId="ADAL" clId="{0820F524-D92C-499F-A328-B1D058DD73B2}" dt="2025-12-01T16:12:56.380" v="95" actId="3064"/>
          <ac:spMkLst>
            <pc:docMk/>
            <pc:sldMk cId="2195720891" sldId="2142532964"/>
            <ac:spMk id="2" creationId="{AB112E89-40CB-8744-99E6-5215A63CB2BA}"/>
          </ac:spMkLst>
        </pc:spChg>
        <pc:spChg chg="mod">
          <ac:chgData name="Munir, Hassan" userId="72b44764-6718-4eb5-979c-fc4e67a1d4a7" providerId="ADAL" clId="{0820F524-D92C-499F-A328-B1D058DD73B2}" dt="2025-12-01T16:13:01.796" v="100" actId="1076"/>
          <ac:spMkLst>
            <pc:docMk/>
            <pc:sldMk cId="2195720891" sldId="2142532964"/>
            <ac:spMk id="8" creationId="{3E9416FD-C97E-F12D-AECC-E46FC09A015E}"/>
          </ac:spMkLst>
        </pc:spChg>
      </pc:sldChg>
      <pc:sldChg chg="modSp mod">
        <pc:chgData name="Munir, Hassan" userId="72b44764-6718-4eb5-979c-fc4e67a1d4a7" providerId="ADAL" clId="{0820F524-D92C-499F-A328-B1D058DD73B2}" dt="2025-12-01T16:13:38.476" v="120" actId="3064"/>
        <pc:sldMkLst>
          <pc:docMk/>
          <pc:sldMk cId="2157961457" sldId="2142532965"/>
        </pc:sldMkLst>
        <pc:spChg chg="mod">
          <ac:chgData name="Munir, Hassan" userId="72b44764-6718-4eb5-979c-fc4e67a1d4a7" providerId="ADAL" clId="{0820F524-D92C-499F-A328-B1D058DD73B2}" dt="2025-12-01T16:13:38.476" v="120" actId="3064"/>
          <ac:spMkLst>
            <pc:docMk/>
            <pc:sldMk cId="2157961457" sldId="2142532965"/>
            <ac:spMk id="2" creationId="{AB112E89-40CB-8744-99E6-5215A63CB2BA}"/>
          </ac:spMkLst>
        </pc:spChg>
        <pc:spChg chg="mod">
          <ac:chgData name="Munir, Hassan" userId="72b44764-6718-4eb5-979c-fc4e67a1d4a7" providerId="ADAL" clId="{0820F524-D92C-499F-A328-B1D058DD73B2}" dt="2025-12-01T16:13:34.669" v="119" actId="1076"/>
          <ac:spMkLst>
            <pc:docMk/>
            <pc:sldMk cId="2157961457" sldId="2142532965"/>
            <ac:spMk id="5" creationId="{206A71EB-B994-EFDE-C951-BA0D6BBEB787}"/>
          </ac:spMkLst>
        </pc:spChg>
      </pc:sldChg>
      <pc:sldChg chg="modSp mod">
        <pc:chgData name="Munir, Hassan" userId="72b44764-6718-4eb5-979c-fc4e67a1d4a7" providerId="ADAL" clId="{0820F524-D92C-499F-A328-B1D058DD73B2}" dt="2025-12-01T16:13:55.553" v="127" actId="3064"/>
        <pc:sldMkLst>
          <pc:docMk/>
          <pc:sldMk cId="507085740" sldId="2142532966"/>
        </pc:sldMkLst>
        <pc:spChg chg="mod">
          <ac:chgData name="Munir, Hassan" userId="72b44764-6718-4eb5-979c-fc4e67a1d4a7" providerId="ADAL" clId="{0820F524-D92C-499F-A328-B1D058DD73B2}" dt="2025-12-01T16:13:55.553" v="127" actId="3064"/>
          <ac:spMkLst>
            <pc:docMk/>
            <pc:sldMk cId="507085740" sldId="2142532966"/>
            <ac:spMk id="2" creationId="{AB112E89-40CB-8744-99E6-5215A63CB2BA}"/>
          </ac:spMkLst>
        </pc:spChg>
      </pc:sldChg>
      <pc:sldChg chg="modSp mod">
        <pc:chgData name="Munir, Hassan" userId="72b44764-6718-4eb5-979c-fc4e67a1d4a7" providerId="ADAL" clId="{0820F524-D92C-499F-A328-B1D058DD73B2}" dt="2025-12-01T16:13:18.936" v="110" actId="3064"/>
        <pc:sldMkLst>
          <pc:docMk/>
          <pc:sldMk cId="1775917377" sldId="2147483643"/>
        </pc:sldMkLst>
        <pc:spChg chg="mod">
          <ac:chgData name="Munir, Hassan" userId="72b44764-6718-4eb5-979c-fc4e67a1d4a7" providerId="ADAL" clId="{0820F524-D92C-499F-A328-B1D058DD73B2}" dt="2025-12-01T16:13:18.936" v="110" actId="3064"/>
          <ac:spMkLst>
            <pc:docMk/>
            <pc:sldMk cId="1775917377" sldId="2147483643"/>
            <ac:spMk id="2" creationId="{E37524F6-6D6F-888A-8EB4-451AAE29A3B1}"/>
          </ac:spMkLst>
        </pc:spChg>
        <pc:spChg chg="mod">
          <ac:chgData name="Munir, Hassan" userId="72b44764-6718-4eb5-979c-fc4e67a1d4a7" providerId="ADAL" clId="{0820F524-D92C-499F-A328-B1D058DD73B2}" dt="2025-12-01T16:13:15.221" v="109" actId="1076"/>
          <ac:spMkLst>
            <pc:docMk/>
            <pc:sldMk cId="1775917377" sldId="2147483643"/>
            <ac:spMk id="8" creationId="{5CE75E4C-7481-9F30-3CD0-164D407346AE}"/>
          </ac:spMkLst>
        </pc:spChg>
      </pc:sldChg>
      <pc:sldChg chg="modSp mod">
        <pc:chgData name="Munir, Hassan" userId="72b44764-6718-4eb5-979c-fc4e67a1d4a7" providerId="ADAL" clId="{0820F524-D92C-499F-A328-B1D058DD73B2}" dt="2025-12-01T16:12:46.027" v="90" actId="1076"/>
        <pc:sldMkLst>
          <pc:docMk/>
          <pc:sldMk cId="334679512" sldId="2147483644"/>
        </pc:sldMkLst>
        <pc:spChg chg="mod">
          <ac:chgData name="Munir, Hassan" userId="72b44764-6718-4eb5-979c-fc4e67a1d4a7" providerId="ADAL" clId="{0820F524-D92C-499F-A328-B1D058DD73B2}" dt="2025-12-01T16:12:41.887" v="85" actId="3064"/>
          <ac:spMkLst>
            <pc:docMk/>
            <pc:sldMk cId="334679512" sldId="2147483644"/>
            <ac:spMk id="2" creationId="{90E0C457-5050-40FB-CFBF-C4715CE9B72C}"/>
          </ac:spMkLst>
        </pc:spChg>
        <pc:spChg chg="mod">
          <ac:chgData name="Munir, Hassan" userId="72b44764-6718-4eb5-979c-fc4e67a1d4a7" providerId="ADAL" clId="{0820F524-D92C-499F-A328-B1D058DD73B2}" dt="2025-12-01T16:12:46.027" v="90" actId="1076"/>
          <ac:spMkLst>
            <pc:docMk/>
            <pc:sldMk cId="334679512" sldId="2147483644"/>
            <ac:spMk id="8" creationId="{D2DFA4B1-FB10-1AFD-5181-D3423BCEB92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940BE6-822E-64E4-1B8E-DA7E8F6DD8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7189AF-1ECF-6BAB-FF9F-5123FC35C2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B54DF-B86B-46FB-8D6A-C2382CF829E1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B6D8A-B76E-1FE3-CBCB-324306462A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1A8C5-7999-5B2D-A25A-BAC3F6E003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928F0-F7E2-4432-9CF2-3F469E9D2A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021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39379-ACCC-A94F-B10E-ED7DE222C28C}" type="datetimeFigureOut">
              <a:rPr lang="en-US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0CB422-1C33-CB43-B2F9-92730F80FF20}" type="slidenum">
              <a:r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056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0CB422-1C33-CB43-B2F9-92730F80FF2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604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0CB422-1C33-CB43-B2F9-92730F80FF20}" type="slidenum">
              <a:rPr lang="en-PK" smtClean="0"/>
              <a:t>13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9708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">
            <a:extLst>
              <a:ext uri="{FF2B5EF4-FFF2-40B4-BE49-F238E27FC236}">
                <a16:creationId xmlns:a16="http://schemas.microsoft.com/office/drawing/2014/main" id="{3E78A975-D9E4-6041-AA60-E8C7B6D1C5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25" y="214222"/>
            <a:ext cx="6121948" cy="6643777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:a16="http://schemas.microsoft.com/office/drawing/2014/main" id="{E9B987B8-285B-5041-A418-9686A7AD8B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393904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4373D2C2-60ED-7E43-A7C3-9D90356E2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14" y="209305"/>
            <a:ext cx="6126480" cy="6648695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CE55F7B1-D281-5C48-BE07-26F5DCA33A3A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981290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D027DA4B-BB50-5B44-AAC8-29A80E8F43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:a16="http://schemas.microsoft.com/office/drawing/2014/main" id="{E9B987B8-285B-5041-A418-9686A7AD8B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2E1003F7-D320-D84C-8648-5474103055AE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66928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535253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C18DF2D9-8DB2-C549-808A-795EE47210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2335F0AE-35E3-3D43-BDE0-31F539CB56B2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66928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763143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">
            <a:extLst>
              <a:ext uri="{FF2B5EF4-FFF2-40B4-BE49-F238E27FC236}">
                <a16:creationId xmlns:a16="http://schemas.microsoft.com/office/drawing/2014/main" id="{DCEE08B8-98A2-6041-8ED3-C67B4A3756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3" y="1"/>
            <a:ext cx="5638800" cy="6858000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A9EC951A-35E5-134F-B201-57C4BB12D59B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559188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081A83-1FE8-E246-B362-5906D64143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br>
              <a:rPr lang="en-US" dirty="0"/>
            </a:br>
            <a:r>
              <a:rPr lang="en-US" dirty="0"/>
              <a:t>Select this picture placeholder, </a:t>
            </a:r>
            <a:br>
              <a:rPr lang="en-US" dirty="0"/>
            </a:br>
            <a:r>
              <a:rPr lang="en-US" dirty="0"/>
              <a:t>then go to Insert tab &gt; Pictures to add picture.</a:t>
            </a:r>
            <a:br>
              <a:rPr lang="en-US" dirty="0"/>
            </a:br>
            <a:r>
              <a:rPr lang="en-US" dirty="0"/>
              <a:t>Date, title, subtitle, logo and footer must sit on top of picture.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41FFC39-2928-CA48-8709-BDF1EF263D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841" y="5926796"/>
            <a:ext cx="1946270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5C3B9F17-1AB3-A64F-B165-6C83BAD13AC6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1943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038600"/>
            <a:ext cx="8229600" cy="1905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204756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F908098F-1E23-7048-8F41-75E5158D0F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7" name="Copyright">
            <a:extLst>
              <a:ext uri="{FF2B5EF4-FFF2-40B4-BE49-F238E27FC236}">
                <a16:creationId xmlns:a16="http://schemas.microsoft.com/office/drawing/2014/main" id="{AD1DA9DB-956D-A643-A5A0-324AAA43577C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5029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8229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660722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8 Ink-Sa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FFDCB7D5-4250-F147-B722-235B61817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7" name="Copyright">
            <a:extLst>
              <a:ext uri="{FF2B5EF4-FFF2-40B4-BE49-F238E27FC236}">
                <a16:creationId xmlns:a16="http://schemas.microsoft.com/office/drawing/2014/main" id="{C6FE68ED-BCA3-1F41-BB1B-DA6009CC06AA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5029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8229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313673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382000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61D8D1-F10E-8A4D-83FE-BCC274C274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2438400"/>
            <a:ext cx="83820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6358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55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16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552297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2D5405-67A0-AD4D-A4B8-BA2CE7E55A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0300" y="2438400"/>
            <a:ext cx="55245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282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91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360000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303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2707" userDrawn="1">
          <p15:clr>
            <a:srgbClr val="FBAE40"/>
          </p15:clr>
        </p15:guide>
        <p15:guide id="5" pos="512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265176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F1CC4E4-8B4D-FF44-8B8B-C41860B786F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6924" y="2438400"/>
            <a:ext cx="2647315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FCB5A8-8D5E-8D44-A724-08344A21D5F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10300" y="2438400"/>
            <a:ext cx="264922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1E9A39-BF26-6444-9BA2-3061D16FEB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2438400"/>
            <a:ext cx="264795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691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912" userDrawn="1">
          <p15:clr>
            <a:srgbClr val="FBAE40"/>
          </p15:clr>
        </p15:guide>
        <p15:guide id="5" pos="2102" userDrawn="1">
          <p15:clr>
            <a:srgbClr val="FBAE40"/>
          </p15:clr>
        </p15:guide>
        <p15:guide id="6" pos="572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-1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744537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7372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5" pos="512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-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7437438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696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270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9317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E98C1-843F-DE90-5967-75A554A0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96BE7-6152-F277-5551-119903D3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116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0510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1DD06E22-8F8E-6F49-91FB-6A22C2BB9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01"/>
            <a:ext cx="12192000" cy="6858000"/>
          </a:xfrm>
          <a:prstGeom prst="rect">
            <a:avLst/>
          </a:prstGeom>
        </p:spPr>
      </p:pic>
      <p:sp>
        <p:nvSpPr>
          <p:cNvPr id="14" name="Thrive Graphic ">
            <a:extLst>
              <a:ext uri="{FF2B5EF4-FFF2-40B4-BE49-F238E27FC236}">
                <a16:creationId xmlns:a16="http://schemas.microsoft.com/office/drawing/2014/main" id="{4255D18E-1050-9F4C-8214-959B55FEBA06}"/>
              </a:ext>
            </a:extLst>
          </p:cNvPr>
          <p:cNvSpPr/>
          <p:nvPr userDrawn="1"/>
        </p:nvSpPr>
        <p:spPr>
          <a:xfrm>
            <a:off x="0" y="1028700"/>
            <a:ext cx="9382578" cy="5829300"/>
          </a:xfrm>
          <a:custGeom>
            <a:avLst/>
            <a:gdLst>
              <a:gd name="connsiteX0" fmla="*/ 0 w 9382578"/>
              <a:gd name="connsiteY0" fmla="*/ 0 h 5829300"/>
              <a:gd name="connsiteX1" fmla="*/ 6467928 w 9382578"/>
              <a:gd name="connsiteY1" fmla="*/ 0 h 5829300"/>
              <a:gd name="connsiteX2" fmla="*/ 6568225 w 9382578"/>
              <a:gd name="connsiteY2" fmla="*/ 0 h 5829300"/>
              <a:gd name="connsiteX3" fmla="*/ 6568225 w 9382578"/>
              <a:gd name="connsiteY3" fmla="*/ 2536 h 5829300"/>
              <a:gd name="connsiteX4" fmla="*/ 6617916 w 9382578"/>
              <a:gd name="connsiteY4" fmla="*/ 3793 h 5829300"/>
              <a:gd name="connsiteX5" fmla="*/ 9382578 w 9382578"/>
              <a:gd name="connsiteY5" fmla="*/ 2914650 h 5829300"/>
              <a:gd name="connsiteX6" fmla="*/ 6617916 w 9382578"/>
              <a:gd name="connsiteY6" fmla="*/ 5825508 h 5829300"/>
              <a:gd name="connsiteX7" fmla="*/ 6568225 w 9382578"/>
              <a:gd name="connsiteY7" fmla="*/ 5826764 h 5829300"/>
              <a:gd name="connsiteX8" fmla="*/ 6568225 w 9382578"/>
              <a:gd name="connsiteY8" fmla="*/ 5829300 h 5829300"/>
              <a:gd name="connsiteX9" fmla="*/ 6467928 w 9382578"/>
              <a:gd name="connsiteY9" fmla="*/ 5829300 h 5829300"/>
              <a:gd name="connsiteX10" fmla="*/ 0 w 9382578"/>
              <a:gd name="connsiteY10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82578" h="5829300">
                <a:moveTo>
                  <a:pt x="0" y="0"/>
                </a:moveTo>
                <a:lnTo>
                  <a:pt x="6467928" y="0"/>
                </a:lnTo>
                <a:lnTo>
                  <a:pt x="6568225" y="0"/>
                </a:lnTo>
                <a:lnTo>
                  <a:pt x="6568225" y="2536"/>
                </a:lnTo>
                <a:lnTo>
                  <a:pt x="6617916" y="3793"/>
                </a:lnTo>
                <a:cubicBezTo>
                  <a:pt x="8157929" y="81856"/>
                  <a:pt x="9382578" y="1355237"/>
                  <a:pt x="9382578" y="2914650"/>
                </a:cubicBezTo>
                <a:cubicBezTo>
                  <a:pt x="9382578" y="4474064"/>
                  <a:pt x="8157929" y="5747444"/>
                  <a:pt x="6617916" y="5825508"/>
                </a:cubicBezTo>
                <a:lnTo>
                  <a:pt x="6568225" y="5826764"/>
                </a:lnTo>
                <a:lnTo>
                  <a:pt x="6568225" y="5829300"/>
                </a:lnTo>
                <a:lnTo>
                  <a:pt x="6467928" y="5829300"/>
                </a:lnTo>
                <a:lnTo>
                  <a:pt x="0" y="5829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1785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97177028-EC0C-E347-99BF-345A1F498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00"/>
            <a:ext cx="12192000" cy="6858000"/>
          </a:xfrm>
          <a:prstGeom prst="rect">
            <a:avLst/>
          </a:prstGeom>
        </p:spPr>
      </p:pic>
      <p:sp>
        <p:nvSpPr>
          <p:cNvPr id="14" name="Thrive Graphic ">
            <a:extLst>
              <a:ext uri="{FF2B5EF4-FFF2-40B4-BE49-F238E27FC236}">
                <a16:creationId xmlns:a16="http://schemas.microsoft.com/office/drawing/2014/main" id="{4255D18E-1050-9F4C-8214-959B55FEBA06}"/>
              </a:ext>
            </a:extLst>
          </p:cNvPr>
          <p:cNvSpPr/>
          <p:nvPr userDrawn="1"/>
        </p:nvSpPr>
        <p:spPr>
          <a:xfrm>
            <a:off x="0" y="1028700"/>
            <a:ext cx="9382578" cy="5829300"/>
          </a:xfrm>
          <a:custGeom>
            <a:avLst/>
            <a:gdLst>
              <a:gd name="connsiteX0" fmla="*/ 0 w 9382578"/>
              <a:gd name="connsiteY0" fmla="*/ 0 h 5829300"/>
              <a:gd name="connsiteX1" fmla="*/ 6467928 w 9382578"/>
              <a:gd name="connsiteY1" fmla="*/ 0 h 5829300"/>
              <a:gd name="connsiteX2" fmla="*/ 6568225 w 9382578"/>
              <a:gd name="connsiteY2" fmla="*/ 0 h 5829300"/>
              <a:gd name="connsiteX3" fmla="*/ 6568225 w 9382578"/>
              <a:gd name="connsiteY3" fmla="*/ 2536 h 5829300"/>
              <a:gd name="connsiteX4" fmla="*/ 6617916 w 9382578"/>
              <a:gd name="connsiteY4" fmla="*/ 3793 h 5829300"/>
              <a:gd name="connsiteX5" fmla="*/ 9382578 w 9382578"/>
              <a:gd name="connsiteY5" fmla="*/ 2914650 h 5829300"/>
              <a:gd name="connsiteX6" fmla="*/ 6617916 w 9382578"/>
              <a:gd name="connsiteY6" fmla="*/ 5825508 h 5829300"/>
              <a:gd name="connsiteX7" fmla="*/ 6568225 w 9382578"/>
              <a:gd name="connsiteY7" fmla="*/ 5826764 h 5829300"/>
              <a:gd name="connsiteX8" fmla="*/ 6568225 w 9382578"/>
              <a:gd name="connsiteY8" fmla="*/ 5829300 h 5829300"/>
              <a:gd name="connsiteX9" fmla="*/ 6467928 w 9382578"/>
              <a:gd name="connsiteY9" fmla="*/ 5829300 h 5829300"/>
              <a:gd name="connsiteX10" fmla="*/ 0 w 9382578"/>
              <a:gd name="connsiteY10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82578" h="5829300">
                <a:moveTo>
                  <a:pt x="0" y="0"/>
                </a:moveTo>
                <a:lnTo>
                  <a:pt x="6467928" y="0"/>
                </a:lnTo>
                <a:lnTo>
                  <a:pt x="6568225" y="0"/>
                </a:lnTo>
                <a:lnTo>
                  <a:pt x="6568225" y="2536"/>
                </a:lnTo>
                <a:lnTo>
                  <a:pt x="6617916" y="3793"/>
                </a:lnTo>
                <a:cubicBezTo>
                  <a:pt x="8157929" y="81856"/>
                  <a:pt x="9382578" y="1355237"/>
                  <a:pt x="9382578" y="2914650"/>
                </a:cubicBezTo>
                <a:cubicBezTo>
                  <a:pt x="9382578" y="4474064"/>
                  <a:pt x="8157929" y="5747444"/>
                  <a:pt x="6617916" y="5825508"/>
                </a:cubicBezTo>
                <a:lnTo>
                  <a:pt x="6568225" y="5826764"/>
                </a:lnTo>
                <a:lnTo>
                  <a:pt x="6568225" y="5829300"/>
                </a:lnTo>
                <a:lnTo>
                  <a:pt x="6467928" y="5829300"/>
                </a:lnTo>
                <a:lnTo>
                  <a:pt x="0" y="5829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2255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hrive Graphic">
            <a:extLst>
              <a:ext uri="{FF2B5EF4-FFF2-40B4-BE49-F238E27FC236}">
                <a16:creationId xmlns:a16="http://schemas.microsoft.com/office/drawing/2014/main" id="{E1F63B42-0D22-8E40-915C-0A49F423A783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2023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0109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1DD06E22-8F8E-6F49-91FB-6A22C2BB9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hrive Graphic">
            <a:extLst>
              <a:ext uri="{FF2B5EF4-FFF2-40B4-BE49-F238E27FC236}">
                <a16:creationId xmlns:a16="http://schemas.microsoft.com/office/drawing/2014/main" id="{F71C0FC7-7931-054F-84D3-8BE1CC005B86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20910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97177028-EC0C-E347-99BF-345A1F498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hrive Graphic">
            <a:extLst>
              <a:ext uri="{FF2B5EF4-FFF2-40B4-BE49-F238E27FC236}">
                <a16:creationId xmlns:a16="http://schemas.microsoft.com/office/drawing/2014/main" id="{E7BCFBB9-51AF-6643-BD24-EFB26F46D3F8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2346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hrive Graphic">
            <a:extLst>
              <a:ext uri="{FF2B5EF4-FFF2-40B4-BE49-F238E27FC236}">
                <a16:creationId xmlns:a16="http://schemas.microsoft.com/office/drawing/2014/main" id="{E7BCFBB9-51AF-6643-BD24-EFB26F46D3F8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02862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>
            <a:extLst>
              <a:ext uri="{FF2B5EF4-FFF2-40B4-BE49-F238E27FC236}">
                <a16:creationId xmlns:a16="http://schemas.microsoft.com/office/drawing/2014/main" id="{95B33452-B753-4847-AFFD-EB80EE67789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B44C3-B81B-1748-8142-3F68F78EF526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06253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911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9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9872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B1B5F96B-3AB6-BD46-8483-736A5B16B0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hrive Graphic">
            <a:extLst>
              <a:ext uri="{FF2B5EF4-FFF2-40B4-BE49-F238E27FC236}">
                <a16:creationId xmlns:a16="http://schemas.microsoft.com/office/drawing/2014/main" id="{6825D9C4-C0DB-A944-85D9-5DFDB1D34DF9}"/>
              </a:ext>
            </a:extLst>
          </p:cNvPr>
          <p:cNvSpPr/>
          <p:nvPr userDrawn="1"/>
        </p:nvSpPr>
        <p:spPr>
          <a:xfrm>
            <a:off x="0" y="0"/>
            <a:ext cx="9634648" cy="6858000"/>
          </a:xfrm>
          <a:custGeom>
            <a:avLst/>
            <a:gdLst>
              <a:gd name="connsiteX0" fmla="*/ 0 w 9634648"/>
              <a:gd name="connsiteY0" fmla="*/ 0 h 6858000"/>
              <a:gd name="connsiteX1" fmla="*/ 6208684 w 9634648"/>
              <a:gd name="connsiteY1" fmla="*/ 0 h 6858000"/>
              <a:gd name="connsiteX2" fmla="*/ 6326576 w 9634648"/>
              <a:gd name="connsiteY2" fmla="*/ 0 h 6858000"/>
              <a:gd name="connsiteX3" fmla="*/ 6326576 w 9634648"/>
              <a:gd name="connsiteY3" fmla="*/ 2984 h 6858000"/>
              <a:gd name="connsiteX4" fmla="*/ 6384984 w 9634648"/>
              <a:gd name="connsiteY4" fmla="*/ 4462 h 6858000"/>
              <a:gd name="connsiteX5" fmla="*/ 9634648 w 9634648"/>
              <a:gd name="connsiteY5" fmla="*/ 3429000 h 6858000"/>
              <a:gd name="connsiteX6" fmla="*/ 6384984 w 9634648"/>
              <a:gd name="connsiteY6" fmla="*/ 6853539 h 6858000"/>
              <a:gd name="connsiteX7" fmla="*/ 6326576 w 9634648"/>
              <a:gd name="connsiteY7" fmla="*/ 6855017 h 6858000"/>
              <a:gd name="connsiteX8" fmla="*/ 6326576 w 9634648"/>
              <a:gd name="connsiteY8" fmla="*/ 6858000 h 6858000"/>
              <a:gd name="connsiteX9" fmla="*/ 6208684 w 9634648"/>
              <a:gd name="connsiteY9" fmla="*/ 6858000 h 6858000"/>
              <a:gd name="connsiteX10" fmla="*/ 0 w 9634648"/>
              <a:gd name="connsiteY10" fmla="*/ 6858000 h 6858000"/>
              <a:gd name="connsiteX11" fmla="*/ 0 w 9634648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634648" h="6858000">
                <a:moveTo>
                  <a:pt x="0" y="0"/>
                </a:moveTo>
                <a:lnTo>
                  <a:pt x="6208684" y="0"/>
                </a:lnTo>
                <a:lnTo>
                  <a:pt x="6326576" y="0"/>
                </a:lnTo>
                <a:lnTo>
                  <a:pt x="6326576" y="2984"/>
                </a:lnTo>
                <a:lnTo>
                  <a:pt x="6384984" y="4462"/>
                </a:lnTo>
                <a:cubicBezTo>
                  <a:pt x="8195160" y="96301"/>
                  <a:pt x="9634648" y="1594397"/>
                  <a:pt x="9634648" y="3429000"/>
                </a:cubicBezTo>
                <a:cubicBezTo>
                  <a:pt x="9634648" y="5263605"/>
                  <a:pt x="8195160" y="6761699"/>
                  <a:pt x="6384984" y="6853539"/>
                </a:cubicBezTo>
                <a:lnTo>
                  <a:pt x="6326576" y="6855017"/>
                </a:lnTo>
                <a:lnTo>
                  <a:pt x="6326576" y="6858000"/>
                </a:lnTo>
                <a:lnTo>
                  <a:pt x="62086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5836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4CC3BC-1300-4E44-AFB9-7802027ACC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AC426F-C752-2048-96A9-7917DEA1BB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396D53-E38B-2E46-AF4B-6EE035E0DCA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98AFCC-687C-664D-8B82-3388505C9C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5B425C-DFEC-B24E-81E8-935B9AFCCB8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28" name="Logo">
            <a:extLst>
              <a:ext uri="{FF2B5EF4-FFF2-40B4-BE49-F238E27FC236}">
                <a16:creationId xmlns:a16="http://schemas.microsoft.com/office/drawing/2014/main" id="{17491D78-0FFD-B442-8059-31DEAF559E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4DDDE9E-5920-B943-8B4E-ECD67EA24B7F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41500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3912" userDrawn="1">
          <p15:clr>
            <a:srgbClr val="FBAE40"/>
          </p15:clr>
        </p15:guide>
        <p15:guide id="5" pos="210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4CC3BC-1300-4E44-AFB9-7802027ACC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AC426F-C752-2048-96A9-7917DEA1BB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349E73E-2AF7-0348-AB96-84D73F85CDE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17526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396D53-E38B-2E46-AF4B-6EE035E0DCA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98AFCC-687C-664D-8B82-3388505C9C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5B425C-DFEC-B24E-81E8-935B9AFCCB8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D940363-E143-3A43-A2DE-DA774B0DF21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9086850" y="34290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98610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3912" userDrawn="1">
          <p15:clr>
            <a:srgbClr val="FBAE40"/>
          </p15:clr>
        </p15:guide>
        <p15:guide id="5" pos="2102" userDrawn="1">
          <p15:clr>
            <a:srgbClr val="FBAE40"/>
          </p15:clr>
        </p15:guide>
        <p15:guide id="6" pos="572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0A0D82-461B-E54B-9189-CFAEE99C25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39E6DB29-927F-2944-8437-C2244235DF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97363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0EE8E76B-76B8-7146-B8D3-52D66375311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175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806FAC1-EDBA-0048-80DF-50F1C8E45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4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34985FE-79AD-5742-B9D2-00A4AE2CF29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294632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4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FEA213B-A804-EB49-B44C-3AB2199109CF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132064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4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382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2707" userDrawn="1">
          <p15:clr>
            <a:srgbClr val="FBAE40"/>
          </p15:clr>
        </p15:guide>
        <p15:guide id="5" pos="5122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11B74FCF-9B30-9F48-8DD1-890FFF253A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403E45C-B304-2443-9005-D5021190F79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3337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612DF03A-89FC-0741-823D-DF7B23871DD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03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7">
            <a:extLst>
              <a:ext uri="{FF2B5EF4-FFF2-40B4-BE49-F238E27FC236}">
                <a16:creationId xmlns:a16="http://schemas.microsoft.com/office/drawing/2014/main" id="{31669BB4-D2F0-F745-A2EB-3A642B2DCC2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868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57FFF7-9D6A-4F49-99C3-5E6DE4E160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70078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B46CD1BD-2AE3-B14F-BAC1-192A25CB9D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606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58961D3-B37C-8146-BC5F-AA6DBCDFC16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5134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13A5C6D-A904-5147-A595-DBC94D7A9D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32662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0E2D1B-BED7-2842-B31C-459A388153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72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0CA81593-D432-8141-A769-CEF3DE0EB4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337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6629A84-6CF0-B743-82FC-7D911539433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103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33128BF1-DB58-8D40-8F40-06513B4DC92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68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Picture Placeholder 7">
            <a:extLst>
              <a:ext uri="{FF2B5EF4-FFF2-40B4-BE49-F238E27FC236}">
                <a16:creationId xmlns:a16="http://schemas.microsoft.com/office/drawing/2014/main" id="{50F78DE1-F202-5D47-BC77-3D87C5E7595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572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16DF8498-9603-374A-BD3D-3D8ED3688F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337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7">
            <a:extLst>
              <a:ext uri="{FF2B5EF4-FFF2-40B4-BE49-F238E27FC236}">
                <a16:creationId xmlns:a16="http://schemas.microsoft.com/office/drawing/2014/main" id="{0512A737-29F4-F047-8706-FD416E3B442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103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6C3919F5-68FB-9645-981F-911B4761C5A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0868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BFB552EA-68D5-9C4E-84AF-1C457360253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70078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7301CD87-76A1-C040-9A0C-2B465D32A7B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7606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32B9C53B-81EB-A748-8D62-11E10A4C368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5134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9E73DF7C-BD9F-854D-99C4-EF0F911018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32662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FF2737-337F-C94C-8CCD-EDBBBF90CC9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572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88EAB263-BD40-724A-A7AA-42191BC143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3337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FADB9B56-C8C2-D848-89F7-CADBC54BF4A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103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80FC0408-4D63-7C42-A9B1-E9812ACFC3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0868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47800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912" userDrawn="1">
          <p15:clr>
            <a:srgbClr val="FBAE40"/>
          </p15:clr>
        </p15:guide>
        <p15:guide id="5" pos="2102" userDrawn="1">
          <p15:clr>
            <a:srgbClr val="FBAE40"/>
          </p15:clr>
        </p15:guide>
        <p15:guide id="6" pos="5724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 userDrawn="1"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28ACF708-566E-C246-9A0D-BD420C83F1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CFE5C-15A2-8449-899A-8B2C49FB660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2023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84807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31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 userDrawn="1"/>
        </p:nvSpPr>
        <p:spPr>
          <a:xfrm>
            <a:off x="5029201" y="0"/>
            <a:ext cx="7162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5909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312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FB51609D-079B-744D-9914-CAA56A3A35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">
            <a:extLst>
              <a:ext uri="{FF2B5EF4-FFF2-40B4-BE49-F238E27FC236}">
                <a16:creationId xmlns:a16="http://schemas.microsoft.com/office/drawing/2014/main" id="{02306B9D-59D8-854B-BEE8-759ECE12CF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[Optional eyebrow or section title]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9F526-BF97-8C44-8ADF-28371EBDC298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ED9E6-EB1C-E73A-696D-363D0EDB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bg1"/>
                </a:solidFill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bg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—Third level</a:t>
            </a:r>
          </a:p>
          <a:p>
            <a:pPr lvl="2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8301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5ACBF0"/>
          </p15:clr>
        </p15:guide>
        <p15:guide id="3" orient="horz" pos="3744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35E8F714-7DBE-2749-B7B4-B1B3975363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">
            <a:extLst>
              <a:ext uri="{FF2B5EF4-FFF2-40B4-BE49-F238E27FC236}">
                <a16:creationId xmlns:a16="http://schemas.microsoft.com/office/drawing/2014/main" id="{02306B9D-59D8-854B-BEE8-759ECE12CF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8D448-20FF-C249-9C63-7D75BBF51067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2023 Teradata.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6F3D15C-A571-80E9-C4E0-FD79284231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bg1"/>
                </a:solidFill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bg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—Third level</a:t>
            </a:r>
          </a:p>
          <a:p>
            <a:pPr lvl="2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64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4BDE5-C7DB-349E-37A6-8DE6D6C6D3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tx1"/>
                </a:solidFill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tx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—Third level</a:t>
            </a:r>
          </a:p>
          <a:p>
            <a:pPr lvl="2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9039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iv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C5F9323-B3A1-7744-B1A3-CDCD563AA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8800" y="419100"/>
            <a:ext cx="6553200" cy="55245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icon to add picture.</a:t>
            </a:r>
            <a:br>
              <a:rPr lang="en-US" dirty="0"/>
            </a:br>
            <a:r>
              <a:rPr lang="en-US" dirty="0"/>
              <a:t>White shape mask must sit on top of picture.</a:t>
            </a:r>
            <a:br>
              <a:rPr lang="en-US" dirty="0"/>
            </a:br>
            <a:r>
              <a:rPr lang="en-US" dirty="0"/>
              <a:t>Footer and slide number must sit on top of mask.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3653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5" orient="horz" pos="264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iv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C5F9323-B3A1-7744-B1A3-CDCD563AA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19100"/>
            <a:ext cx="6553200" cy="55245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icon to add picture.</a:t>
            </a:r>
            <a:br>
              <a:rPr lang="en-US" dirty="0"/>
            </a:br>
            <a:r>
              <a:rPr lang="en-US" dirty="0"/>
              <a:t>White shape mask must sit on top of picture.</a:t>
            </a:r>
            <a:br>
              <a:rPr lang="en-US" dirty="0"/>
            </a:br>
            <a:r>
              <a:rPr lang="en-US" dirty="0"/>
              <a:t>Logo and copyright must sit on top of mask.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0" y="266700"/>
            <a:ext cx="4876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28700"/>
            <a:ext cx="4876800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2438400"/>
            <a:ext cx="48768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4124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5" orient="horz" pos="264" userDrawn="1">
          <p15:clr>
            <a:srgbClr val="FBAE40"/>
          </p15:clr>
        </p15:guide>
        <p15:guide id="6" pos="432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7D07E77-0411-FC4A-9401-3228CD8735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67400" y="419100"/>
            <a:ext cx="6324600" cy="55245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02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696" userDrawn="1">
          <p15:clr>
            <a:srgbClr val="FBAE40"/>
          </p15:clr>
        </p15:guide>
        <p15:guide id="5" orient="horz" pos="264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04229F-7C96-E144-9EC5-5BA3CB57DF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7401" y="0"/>
            <a:ext cx="63246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icon to add picture.</a:t>
            </a:r>
            <a:br>
              <a:rPr lang="en-US" dirty="0"/>
            </a:br>
            <a:r>
              <a:rPr lang="en-US" dirty="0"/>
              <a:t>Footer and slide number must sit on top of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1244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696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2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04229F-7C96-E144-9EC5-5BA3CB57DF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7401" y="3426246"/>
            <a:ext cx="6324600" cy="3431754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icon to add picture.</a:t>
            </a:r>
            <a:br>
              <a:rPr lang="en-US" dirty="0"/>
            </a:br>
            <a:r>
              <a:rPr lang="en-US" dirty="0"/>
              <a:t>Footer and slide number must sit on top of picture.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1E4F876-109F-C746-8262-163A57AC0A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67400" y="0"/>
            <a:ext cx="6324600" cy="3431754"/>
          </a:xfrm>
          <a:solidFill>
            <a:srgbClr val="888888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28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696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-1/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752600"/>
            <a:ext cx="5638800" cy="41910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8E7EE35-D742-524A-B18B-1F699A726FE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752600"/>
            <a:ext cx="5638800" cy="4191000"/>
          </a:xfrm>
          <a:solidFill>
            <a:srgbClr val="888888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767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3744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752600"/>
            <a:ext cx="11277600" cy="41910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629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Click icon to add picture.</a:t>
            </a:r>
            <a:br>
              <a:rPr lang="en-US" dirty="0"/>
            </a:br>
            <a:r>
              <a:rPr lang="en-US" dirty="0"/>
              <a:t>Eyebrow, title, logo, copyright, footer and slide number must sit on top of picture.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295FE9FB-224D-4A47-ADD8-17E2B1461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C18F0B-6718-DE42-B513-8000883024A4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58633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gn-off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55E79B8E-60AF-5A47-A76F-04EFD108A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ogo">
            <a:extLst>
              <a:ext uri="{FF2B5EF4-FFF2-40B4-BE49-F238E27FC236}">
                <a16:creationId xmlns:a16="http://schemas.microsoft.com/office/drawing/2014/main" id="{AA79CFCC-33AC-0949-B51B-B82B9F80B0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52800"/>
            <a:ext cx="7955280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E400C-BA34-5E49-9FE5-A80D3832F6BE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2023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3430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112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-off 2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1BE907B-31F9-8441-9957-FCD2A28333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52800"/>
            <a:ext cx="7955280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52998-C4DA-B44A-A9D0-02D8DAEBA0BF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2023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95745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112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34EFF524-236A-5540-900C-A063FD5FA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87" y="2695720"/>
            <a:ext cx="4325018" cy="15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41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2 Ink-Sa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34EFF524-236A-5540-900C-A063FD5FA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87" y="2695720"/>
            <a:ext cx="4325018" cy="15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82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BE8CA-3E13-334A-A201-6659DA8D81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7375" y="1600200"/>
            <a:ext cx="6988175" cy="4610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0515600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dirty="0"/>
              <a:t>Page Title Placeholder </a:t>
            </a:r>
          </a:p>
        </p:txBody>
      </p:sp>
    </p:spTree>
    <p:extLst>
      <p:ext uri="{BB962C8B-B14F-4D97-AF65-F5344CB8AC3E}">
        <p14:creationId xmlns:p14="http://schemas.microsoft.com/office/powerpoint/2010/main" val="50244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D1BA8847-ACB7-244F-8DB7-73C92157B312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FDF4-B8AE-FB21-F96B-EB46EAF11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286500"/>
            <a:ext cx="457200" cy="3657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54135-788A-351A-C4C5-FF0944C3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14097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E50ED-D8AD-D237-09F7-E36D127D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438400"/>
            <a:ext cx="11277600" cy="350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0651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1" r:id="rId2"/>
    <p:sldLayoutId id="2147483705" r:id="rId3"/>
    <p:sldLayoutId id="2147483706" r:id="rId4"/>
    <p:sldLayoutId id="2147483707" r:id="rId5"/>
    <p:sldLayoutId id="2147483673" r:id="rId6"/>
    <p:sldLayoutId id="2147483696" r:id="rId7"/>
    <p:sldLayoutId id="2147483674" r:id="rId8"/>
    <p:sldLayoutId id="2147483660" r:id="rId9"/>
    <p:sldLayoutId id="214748365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55" r:id="rId17"/>
    <p:sldLayoutId id="2147483671" r:id="rId18"/>
    <p:sldLayoutId id="2147483651" r:id="rId19"/>
    <p:sldLayoutId id="2147483676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677" r:id="rId27"/>
    <p:sldLayoutId id="2147483679" r:id="rId28"/>
    <p:sldLayoutId id="2147483678" r:id="rId29"/>
    <p:sldLayoutId id="2147483703" r:id="rId30"/>
    <p:sldLayoutId id="2147483704" r:id="rId31"/>
    <p:sldLayoutId id="2147483680" r:id="rId32"/>
    <p:sldLayoutId id="2147483681" r:id="rId33"/>
    <p:sldLayoutId id="2147483687" r:id="rId34"/>
    <p:sldLayoutId id="2147483688" r:id="rId35"/>
    <p:sldLayoutId id="2147483693" r:id="rId36"/>
    <p:sldLayoutId id="2147483682" r:id="rId37"/>
    <p:sldLayoutId id="2147483702" r:id="rId38"/>
    <p:sldLayoutId id="2147483684" r:id="rId39"/>
    <p:sldLayoutId id="2147483685" r:id="rId40"/>
    <p:sldLayoutId id="2147483686" r:id="rId41"/>
    <p:sldLayoutId id="2147483691" r:id="rId42"/>
    <p:sldLayoutId id="2147483690" r:id="rId43"/>
    <p:sldLayoutId id="2147483698" r:id="rId44"/>
    <p:sldLayoutId id="2147483692" r:id="rId45"/>
    <p:sldLayoutId id="2147483694" r:id="rId46"/>
    <p:sldLayoutId id="2147483689" r:id="rId47"/>
    <p:sldLayoutId id="2147483695" r:id="rId48"/>
    <p:sldLayoutId id="2147483718" r:id="rId4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84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" userDrawn="1">
          <p15:clr>
            <a:srgbClr val="F26B43"/>
          </p15:clr>
        </p15:guide>
        <p15:guide id="3" pos="7392" userDrawn="1">
          <p15:clr>
            <a:srgbClr val="F26B43"/>
          </p15:clr>
        </p15:guide>
        <p15:guide id="7" orient="horz" pos="1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D7F3CE-5B5C-C544-9F6C-2C45FFC5F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13011"/>
            <a:ext cx="5943600" cy="2705099"/>
          </a:xfrm>
        </p:spPr>
        <p:txBody>
          <a:bodyPr/>
          <a:lstStyle/>
          <a:p>
            <a:r>
              <a:rPr lang="en-US" sz="5400" dirty="0"/>
              <a:t>Teradata</a:t>
            </a:r>
            <a:br>
              <a:rPr lang="en-US" sz="5400" dirty="0"/>
            </a:br>
            <a:r>
              <a:rPr lang="en-US" sz="5400" dirty="0"/>
              <a:t>Vantage Health </a:t>
            </a:r>
            <a:r>
              <a:rPr lang="en-US" sz="5400"/>
              <a:t>Check Trends</a:t>
            </a:r>
            <a:endParaRPr lang="en-US" sz="5400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B86B3275-7F97-B24E-89D0-F9189753E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992439"/>
            <a:ext cx="11734800" cy="1899139"/>
          </a:xfrm>
        </p:spPr>
        <p:txBody>
          <a:bodyPr/>
          <a:lstStyle/>
          <a:p>
            <a:r>
              <a:rPr lang="en-US" sz="1600" dirty="0">
                <a:solidFill>
                  <a:srgbClr val="FFFFFF"/>
                </a:solidFill>
              </a:rPr>
              <a:t>{{</a:t>
            </a:r>
            <a:r>
              <a:rPr lang="en-US" sz="1600" dirty="0" err="1">
                <a:solidFill>
                  <a:srgbClr val="FFFFFF"/>
                </a:solidFill>
              </a:rPr>
              <a:t>val:vhc</a:t>
            </a:r>
            <a:r>
              <a:rPr lang="en-US" sz="1600" dirty="0">
                <a:solidFill>
                  <a:srgbClr val="FFFFFF"/>
                </a:solidFill>
              </a:rPr>
              <a:t>--intro.csv[1:Customer_Name]}}</a:t>
            </a:r>
          </a:p>
          <a:p>
            <a:r>
              <a:rPr lang="en-US" sz="1400" dirty="0">
                <a:solidFill>
                  <a:srgbClr val="FFFFFF"/>
                </a:solidFill>
              </a:rPr>
              <a:t>For Platform:  {{</a:t>
            </a:r>
            <a:r>
              <a:rPr lang="en-US" sz="1400" dirty="0" err="1">
                <a:solidFill>
                  <a:srgbClr val="FFFFFF"/>
                </a:solidFill>
              </a:rPr>
              <a:t>val:vhc</a:t>
            </a:r>
            <a:r>
              <a:rPr lang="en-US" sz="1400" dirty="0">
                <a:solidFill>
                  <a:srgbClr val="FFFFFF"/>
                </a:solidFill>
              </a:rPr>
              <a:t>--intro.csv[1:1]}}</a:t>
            </a:r>
          </a:p>
          <a:p>
            <a:r>
              <a:rPr lang="en-US" sz="1400" dirty="0">
                <a:solidFill>
                  <a:srgbClr val="FFFFFF"/>
                </a:solidFill>
              </a:rPr>
              <a:t>Built on: 	  {{</a:t>
            </a:r>
            <a:r>
              <a:rPr lang="en-US" sz="1400" dirty="0" err="1">
                <a:solidFill>
                  <a:srgbClr val="FFFFFF"/>
                </a:solidFill>
              </a:rPr>
              <a:t>val:vhc</a:t>
            </a:r>
            <a:r>
              <a:rPr lang="en-US" sz="1400" dirty="0">
                <a:solidFill>
                  <a:srgbClr val="FFFFFF"/>
                </a:solidFill>
              </a:rPr>
              <a:t>--intro.csv[1:FullDate]}}</a:t>
            </a:r>
          </a:p>
          <a:p>
            <a:r>
              <a:rPr lang="en-US" sz="1400" dirty="0">
                <a:solidFill>
                  <a:srgbClr val="FFFFFF"/>
                </a:solidFill>
              </a:rPr>
              <a:t>For Dates:   {{</a:t>
            </a:r>
            <a:r>
              <a:rPr lang="en-US" sz="1400" dirty="0" err="1">
                <a:solidFill>
                  <a:srgbClr val="FFFFFF"/>
                </a:solidFill>
              </a:rPr>
              <a:t>val:vhc</a:t>
            </a:r>
            <a:r>
              <a:rPr lang="en-US" sz="1400" dirty="0">
                <a:solidFill>
                  <a:srgbClr val="FFFFFF"/>
                </a:solidFill>
              </a:rPr>
              <a:t>--intro.csv[1:StartDate]}} thru {{</a:t>
            </a:r>
            <a:r>
              <a:rPr lang="en-US" sz="1400" dirty="0" err="1">
                <a:solidFill>
                  <a:srgbClr val="FFFFFF"/>
                </a:solidFill>
              </a:rPr>
              <a:t>val:vhc</a:t>
            </a:r>
            <a:r>
              <a:rPr lang="en-US" sz="1400" dirty="0">
                <a:solidFill>
                  <a:srgbClr val="FFFFFF"/>
                </a:solidFill>
              </a:rPr>
              <a:t>--intro.csv[1:EndDate]}} </a:t>
            </a:r>
          </a:p>
          <a:p>
            <a:r>
              <a:rPr lang="en-US" sz="1400" dirty="0">
                <a:solidFill>
                  <a:srgbClr val="FFFFFF"/>
                </a:solidFill>
              </a:rPr>
              <a:t>By: 	  {{</a:t>
            </a:r>
            <a:r>
              <a:rPr lang="en-US" sz="1400" dirty="0" err="1">
                <a:solidFill>
                  <a:srgbClr val="FFFFFF"/>
                </a:solidFill>
              </a:rPr>
              <a:t>val:vhc</a:t>
            </a:r>
            <a:r>
              <a:rPr lang="en-US" sz="1400" dirty="0">
                <a:solidFill>
                  <a:srgbClr val="FFFFFF"/>
                </a:solidFill>
              </a:rPr>
              <a:t>--intro.csv[1:Your_Name]}}</a:t>
            </a:r>
          </a:p>
          <a:p>
            <a:r>
              <a:rPr lang="en-US" sz="1400" dirty="0">
                <a:solidFill>
                  <a:srgbClr val="FFFFFF"/>
                </a:solidFill>
              </a:rPr>
              <a:t>	  {{</a:t>
            </a:r>
            <a:r>
              <a:rPr lang="en-US" sz="1400" dirty="0" err="1">
                <a:solidFill>
                  <a:srgbClr val="FFFFFF"/>
                </a:solidFill>
              </a:rPr>
              <a:t>val:vhc</a:t>
            </a:r>
            <a:r>
              <a:rPr lang="en-US" sz="1400" dirty="0">
                <a:solidFill>
                  <a:srgbClr val="FFFFFF"/>
                </a:solidFill>
              </a:rPr>
              <a:t>--intro.csv[1:Your_Title]}}</a:t>
            </a:r>
          </a:p>
          <a:p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92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794816-31D6-844C-9B7A-3F49DB1C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C8984F-56C0-B743-8089-52737B5D8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Agenda: Vantage Health Check (VHC) Trends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1E10D2-416E-6347-AE09-E7A5D1D3E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7568718" cy="3505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Month over Month &amp; Quarter over Quarter Trend of following key Metrics</a:t>
            </a:r>
          </a:p>
          <a:p>
            <a:pPr marL="480060" lvl="1" indent="-342900"/>
            <a:r>
              <a:rPr lang="en-US" dirty="0"/>
              <a:t>Activity Count</a:t>
            </a:r>
          </a:p>
          <a:p>
            <a:pPr marL="480060" lvl="1" indent="-342900"/>
            <a:r>
              <a:rPr lang="en-US" dirty="0"/>
              <a:t>Disk Space</a:t>
            </a:r>
          </a:p>
          <a:p>
            <a:pPr marL="480060" lvl="1" indent="-342900"/>
            <a:r>
              <a:rPr lang="en-US" dirty="0"/>
              <a:t>CPU Usage</a:t>
            </a:r>
          </a:p>
          <a:p>
            <a:pPr marL="480060" lvl="1" indent="-342900"/>
            <a:r>
              <a:rPr lang="en-US" dirty="0"/>
              <a:t>IO Busy</a:t>
            </a:r>
          </a:p>
        </p:txBody>
      </p:sp>
      <p:pic>
        <p:nvPicPr>
          <p:cNvPr id="8" name="Picture 2" descr="White Lighthouse On The Cliff by Narvikk">
            <a:extLst>
              <a:ext uri="{FF2B5EF4-FFF2-40B4-BE49-F238E27FC236}">
                <a16:creationId xmlns:a16="http://schemas.microsoft.com/office/drawing/2014/main" id="{04878979-C5E5-41A5-B010-D4CAC3133971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75" r="13975"/>
          <a:stretch>
            <a:fillRect/>
          </a:stretch>
        </p:blipFill>
        <p:spPr bwMode="auto">
          <a:xfrm flipH="1">
            <a:off x="8331198" y="205740"/>
            <a:ext cx="3529013" cy="6249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43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6D6BC-BAB1-694F-940D-6411506F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86500"/>
            <a:ext cx="457200" cy="365760"/>
          </a:xfrm>
        </p:spPr>
        <p:txBody>
          <a:bodyPr/>
          <a:lstStyle/>
          <a:p>
            <a:fld id="{0885F5B2-48F7-4F18-A961-C29AAE44EB5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C2C39E-3C73-8A4F-96B5-C98575055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0320"/>
            <a:ext cx="7955280" cy="1600199"/>
          </a:xfrm>
        </p:spPr>
        <p:txBody>
          <a:bodyPr/>
          <a:lstStyle/>
          <a:p>
            <a:r>
              <a:rPr lang="en-US" sz="4400" dirty="0"/>
              <a:t>Activity Count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288B1-A9AF-1A44-8753-EFA7AB07B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931920"/>
            <a:ext cx="7955280" cy="1013459"/>
          </a:xfrm>
        </p:spPr>
        <p:txBody>
          <a:bodyPr/>
          <a:lstStyle/>
          <a:p>
            <a:r>
              <a:rPr lang="en-US" dirty="0"/>
              <a:t>{{</a:t>
            </a:r>
            <a:r>
              <a:rPr lang="en-US" dirty="0" err="1"/>
              <a:t>val:vhc</a:t>
            </a:r>
            <a:r>
              <a:rPr lang="en-US" dirty="0"/>
              <a:t>--intro.csv[1:1]}}</a:t>
            </a:r>
          </a:p>
        </p:txBody>
      </p:sp>
    </p:spTree>
    <p:extLst>
      <p:ext uri="{BB962C8B-B14F-4D97-AF65-F5344CB8AC3E}">
        <p14:creationId xmlns:p14="http://schemas.microsoft.com/office/powerpoint/2010/main" val="1447831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2E89-40CB-8744-99E6-5215A63C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38176"/>
          </a:xfrm>
        </p:spPr>
        <p:txBody>
          <a:bodyPr anchor="t" anchorCtr="0"/>
          <a:lstStyle/>
          <a:p>
            <a:r>
              <a:rPr kumimoji="0" lang="en-US" sz="2800" b="0" i="0" u="none" strike="noStrike" kern="1200" cap="none" spc="-30" normalizeH="0" baseline="0" noProof="0" dirty="0">
                <a:ln>
                  <a:noFill/>
                </a:ln>
                <a:solidFill>
                  <a:srgbClr val="00233C"/>
                </a:solidFill>
                <a:effectLst/>
                <a:uLnTx/>
                <a:uFillTx/>
                <a:latin typeface="Inter Light"/>
                <a:ea typeface="+mj-ea"/>
                <a:cs typeface="+mj-cs"/>
              </a:rPr>
              <a:t>Month Over Month Comparison</a:t>
            </a:r>
            <a:endParaRPr lang="en-US" dirty="0"/>
          </a:p>
        </p:txBody>
      </p:sp>
      <p:graphicFrame>
        <p:nvGraphicFramePr>
          <p:cNvPr id="11" name="Content Placeholder 7">
            <a:extLst>
              <a:ext uri="{FF2B5EF4-FFF2-40B4-BE49-F238E27FC236}">
                <a16:creationId xmlns:a16="http://schemas.microsoft.com/office/drawing/2014/main" id="{513391DA-ECD0-9947-A231-3700ADE07D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5466657"/>
              </p:ext>
            </p:extLst>
          </p:nvPr>
        </p:nvGraphicFramePr>
        <p:xfrm>
          <a:off x="587481" y="1059386"/>
          <a:ext cx="10972800" cy="284313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418245233"/>
                    </a:ext>
                  </a:extLst>
                </a:gridCol>
                <a:gridCol w="1281269">
                  <a:extLst>
                    <a:ext uri="{9D8B030D-6E8A-4147-A177-3AD203B41FA5}">
                      <a16:colId xmlns:a16="http://schemas.microsoft.com/office/drawing/2014/main" val="251619454"/>
                    </a:ext>
                  </a:extLst>
                </a:gridCol>
                <a:gridCol w="1407110">
                  <a:extLst>
                    <a:ext uri="{9D8B030D-6E8A-4147-A177-3AD203B41FA5}">
                      <a16:colId xmlns:a16="http://schemas.microsoft.com/office/drawing/2014/main" val="2839257950"/>
                    </a:ext>
                  </a:extLst>
                </a:gridCol>
                <a:gridCol w="1185169">
                  <a:extLst>
                    <a:ext uri="{9D8B030D-6E8A-4147-A177-3AD203B41FA5}">
                      <a16:colId xmlns:a16="http://schemas.microsoft.com/office/drawing/2014/main" val="3032678099"/>
                    </a:ext>
                  </a:extLst>
                </a:gridCol>
                <a:gridCol w="1380478">
                  <a:extLst>
                    <a:ext uri="{9D8B030D-6E8A-4147-A177-3AD203B41FA5}">
                      <a16:colId xmlns:a16="http://schemas.microsoft.com/office/drawing/2014/main" val="2017728927"/>
                    </a:ext>
                  </a:extLst>
                </a:gridCol>
                <a:gridCol w="1287262">
                  <a:extLst>
                    <a:ext uri="{9D8B030D-6E8A-4147-A177-3AD203B41FA5}">
                      <a16:colId xmlns:a16="http://schemas.microsoft.com/office/drawing/2014/main" val="2397619892"/>
                    </a:ext>
                  </a:extLst>
                </a:gridCol>
                <a:gridCol w="1562470">
                  <a:extLst>
                    <a:ext uri="{9D8B030D-6E8A-4147-A177-3AD203B41FA5}">
                      <a16:colId xmlns:a16="http://schemas.microsoft.com/office/drawing/2014/main" val="2331473046"/>
                    </a:ext>
                  </a:extLst>
                </a:gridCol>
                <a:gridCol w="1497442">
                  <a:extLst>
                    <a:ext uri="{9D8B030D-6E8A-4147-A177-3AD203B41FA5}">
                      <a16:colId xmlns:a16="http://schemas.microsoft.com/office/drawing/2014/main" val="2411404014"/>
                    </a:ext>
                  </a:extLst>
                </a:gridCol>
              </a:tblGrid>
              <a:tr h="226558"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dirty="0" err="1"/>
                        <a:t>Month_Year</a:t>
                      </a:r>
                      <a:endParaRPr lang="en-US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dirty="0" err="1"/>
                        <a:t>LogDayCnt</a:t>
                      </a:r>
                      <a:endParaRPr lang="en-US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Total Statements (M)</a:t>
                      </a: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Total Queries (M)</a:t>
                      </a: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GB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Stmts</a:t>
                      </a: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Per Day (M)</a:t>
                      </a:r>
                      <a:endParaRPr 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GB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Qry</a:t>
                      </a: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Per Day (M)</a:t>
                      </a:r>
                      <a:endParaRPr 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GB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Stmts</a:t>
                      </a: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Per Month (M)</a:t>
                      </a:r>
                      <a:endParaRPr 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GB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Qry</a:t>
                      </a:r>
                      <a:r>
                        <a:rPr lang="en-GB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Per Month (M)</a:t>
                      </a:r>
                      <a:endParaRPr 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1336350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--activity_counts_monthly_summary.csv[1]}}</a:t>
                      </a:r>
                      <a:endParaRPr lang="en-US"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--activity_counts_monthly_summary.csv[2]}}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--activity_counts_monthly_summary.csv[3]}}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--activity_counts_monthly_summary.csv[5]}}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--activity_counts_monthly_summary.csv[7]}}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--activity_counts_monthly_summary.csv[8]}}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--activity_counts_monthly_summary.csv[9]}}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--activity_counts_monthly_summary.csv</a:t>
                      </a:r>
                      <a:r>
                        <a:rPr lang="en-GB" sz="900" b="0" kern="120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[11]}}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9462000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nl-NL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9068710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9374551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685137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5254101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3978741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nl-NL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3667607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nl-NL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6418419"/>
                  </a:ext>
                </a:extLst>
              </a:tr>
              <a:tr h="175447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191709"/>
                  </a:ext>
                </a:extLst>
              </a:tr>
              <a:tr h="175447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2275708"/>
                  </a:ext>
                </a:extLst>
              </a:tr>
              <a:tr h="175447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6986600"/>
                  </a:ext>
                </a:extLst>
              </a:tr>
              <a:tr h="175447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18288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36576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140800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F8CC3F5-6364-EEFF-0413-05C9879F2037}"/>
              </a:ext>
            </a:extLst>
          </p:cNvPr>
          <p:cNvSpPr>
            <a:spLocks/>
          </p:cNvSpPr>
          <p:nvPr/>
        </p:nvSpPr>
        <p:spPr>
          <a:xfrm>
            <a:off x="2438400" y="3585239"/>
            <a:ext cx="7315200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</a:t>
            </a:r>
            <a:r>
              <a:rPr lang="en-US">
                <a:solidFill>
                  <a:schemeClr val="tx1"/>
                </a:solidFill>
              </a:rPr>
              <a:t>pic:</a:t>
            </a:r>
            <a:r>
              <a:rPr lang="en-GB">
                <a:solidFill>
                  <a:schemeClr val="tx1"/>
                </a:solidFill>
              </a:rPr>
              <a:t>vhc--activity_counts_monthly_summary</a:t>
            </a:r>
            <a:r>
              <a:rPr lang="en-US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64DF2-22E2-9F88-BDE0-343B36310EB7}"/>
              </a:ext>
            </a:extLst>
          </p:cNvPr>
          <p:cNvSpPr/>
          <p:nvPr/>
        </p:nvSpPr>
        <p:spPr>
          <a:xfrm>
            <a:off x="2438400" y="3584448"/>
            <a:ext cx="7315200" cy="2971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630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2E89-40CB-8744-99E6-5215A63C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38176"/>
          </a:xfrm>
        </p:spPr>
        <p:txBody>
          <a:bodyPr anchor="t" anchorCtr="0"/>
          <a:lstStyle/>
          <a:p>
            <a:r>
              <a:rPr kumimoji="0" lang="en-US" sz="2800" b="0" i="0" u="none" strike="noStrike" kern="1200" cap="none" spc="-30" normalizeH="0" baseline="0" noProof="0" dirty="0">
                <a:ln>
                  <a:noFill/>
                </a:ln>
                <a:solidFill>
                  <a:srgbClr val="00233C"/>
                </a:solidFill>
                <a:effectLst/>
                <a:uLnTx/>
                <a:uFillTx/>
                <a:latin typeface="Inter Light"/>
                <a:ea typeface="+mj-ea"/>
                <a:cs typeface="+mj-cs"/>
              </a:rPr>
              <a:t>Quarter Over Quarter Comparison</a:t>
            </a:r>
            <a:endParaRPr lang="en-US" dirty="0"/>
          </a:p>
        </p:txBody>
      </p:sp>
      <p:graphicFrame>
        <p:nvGraphicFramePr>
          <p:cNvPr id="11" name="Content Placeholder 7">
            <a:extLst>
              <a:ext uri="{FF2B5EF4-FFF2-40B4-BE49-F238E27FC236}">
                <a16:creationId xmlns:a16="http://schemas.microsoft.com/office/drawing/2014/main" id="{513391DA-ECD0-9947-A231-3700ADE07D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6141101"/>
              </p:ext>
            </p:extLst>
          </p:nvPr>
        </p:nvGraphicFramePr>
        <p:xfrm>
          <a:off x="587481" y="2649930"/>
          <a:ext cx="4968257" cy="155580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678447">
                  <a:extLst>
                    <a:ext uri="{9D8B030D-6E8A-4147-A177-3AD203B41FA5}">
                      <a16:colId xmlns:a16="http://schemas.microsoft.com/office/drawing/2014/main" val="3418245233"/>
                    </a:ext>
                  </a:extLst>
                </a:gridCol>
                <a:gridCol w="1567908">
                  <a:extLst>
                    <a:ext uri="{9D8B030D-6E8A-4147-A177-3AD203B41FA5}">
                      <a16:colId xmlns:a16="http://schemas.microsoft.com/office/drawing/2014/main" val="251619454"/>
                    </a:ext>
                  </a:extLst>
                </a:gridCol>
                <a:gridCol w="1721902">
                  <a:extLst>
                    <a:ext uri="{9D8B030D-6E8A-4147-A177-3AD203B41FA5}">
                      <a16:colId xmlns:a16="http://schemas.microsoft.com/office/drawing/2014/main" val="2839257950"/>
                    </a:ext>
                  </a:extLst>
                </a:gridCol>
              </a:tblGrid>
              <a:tr h="301879"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dirty="0"/>
                        <a:t>Quarter</a:t>
                      </a:r>
                      <a:endParaRPr lang="en-US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Total Statements (M)</a:t>
                      </a: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Total Queries (M)</a:t>
                      </a: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133635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--activity_counts_quarterly_summary.csv[1]}}</a:t>
                      </a:r>
                      <a:endParaRPr lang="en-US"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--activity_counts_quarterly_summary.csv[2]}}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--activity_counts_quarterly_summary.csv[4]}}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9462000"/>
                  </a:ext>
                </a:extLst>
              </a:tr>
              <a:tr h="232398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nl-NL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9068710"/>
                  </a:ext>
                </a:extLst>
              </a:tr>
              <a:tr h="232398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9374551"/>
                  </a:ext>
                </a:extLst>
              </a:tr>
              <a:tr h="232398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68513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F8CC3F5-6364-EEFF-0413-05C9879F2037}"/>
              </a:ext>
            </a:extLst>
          </p:cNvPr>
          <p:cNvSpPr>
            <a:spLocks/>
          </p:cNvSpPr>
          <p:nvPr/>
        </p:nvSpPr>
        <p:spPr>
          <a:xfrm>
            <a:off x="6238559" y="1759054"/>
            <a:ext cx="5486400" cy="3200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 err="1">
                <a:solidFill>
                  <a:schemeClr val="tx1"/>
                </a:solidFill>
              </a:rPr>
              <a:t>vhc</a:t>
            </a:r>
            <a:r>
              <a:rPr lang="en-GB" dirty="0">
                <a:solidFill>
                  <a:schemeClr val="tx1"/>
                </a:solidFill>
              </a:rPr>
              <a:t>--</a:t>
            </a:r>
            <a:r>
              <a:rPr lang="en-GB" dirty="0" err="1">
                <a:solidFill>
                  <a:schemeClr val="tx1"/>
                </a:solidFill>
              </a:rPr>
              <a:t>activity_counts_quarterly_summary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64DF2-22E2-9F88-BDE0-343B36310EB7}"/>
              </a:ext>
            </a:extLst>
          </p:cNvPr>
          <p:cNvSpPr/>
          <p:nvPr/>
        </p:nvSpPr>
        <p:spPr>
          <a:xfrm>
            <a:off x="6238559" y="1759054"/>
            <a:ext cx="5486400" cy="3200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546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6D6BC-BAB1-694F-940D-6411506F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86500"/>
            <a:ext cx="457200" cy="365760"/>
          </a:xfrm>
        </p:spPr>
        <p:txBody>
          <a:bodyPr/>
          <a:lstStyle/>
          <a:p>
            <a:fld id="{0885F5B2-48F7-4F18-A961-C29AAE44EB5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C2C39E-3C73-8A4F-96B5-C98575055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0320"/>
            <a:ext cx="7955280" cy="1600199"/>
          </a:xfrm>
        </p:spPr>
        <p:txBody>
          <a:bodyPr/>
          <a:lstStyle/>
          <a:p>
            <a:r>
              <a:rPr lang="en-US" sz="4400" dirty="0"/>
              <a:t>Disk Space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288B1-A9AF-1A44-8753-EFA7AB07B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931920"/>
            <a:ext cx="7955280" cy="1013459"/>
          </a:xfrm>
        </p:spPr>
        <p:txBody>
          <a:bodyPr/>
          <a:lstStyle/>
          <a:p>
            <a:r>
              <a:rPr lang="en-US" dirty="0"/>
              <a:t>{{</a:t>
            </a:r>
            <a:r>
              <a:rPr lang="en-US" dirty="0" err="1"/>
              <a:t>val:vhc</a:t>
            </a:r>
            <a:r>
              <a:rPr lang="en-US" dirty="0"/>
              <a:t>--intro.csv[1:1]}}</a:t>
            </a:r>
          </a:p>
        </p:txBody>
      </p:sp>
    </p:spTree>
    <p:extLst>
      <p:ext uri="{BB962C8B-B14F-4D97-AF65-F5344CB8AC3E}">
        <p14:creationId xmlns:p14="http://schemas.microsoft.com/office/powerpoint/2010/main" val="3985308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2E89-40CB-8744-99E6-5215A63C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38176"/>
          </a:xfrm>
        </p:spPr>
        <p:txBody>
          <a:bodyPr anchor="t" anchorCtr="0"/>
          <a:lstStyle/>
          <a:p>
            <a:r>
              <a:rPr kumimoji="0" lang="en-US" sz="2800" b="0" i="0" u="none" strike="noStrike" kern="1200" cap="none" spc="-30" normalizeH="0" baseline="0" noProof="0" dirty="0">
                <a:ln>
                  <a:noFill/>
                </a:ln>
                <a:solidFill>
                  <a:srgbClr val="00233C"/>
                </a:solidFill>
                <a:effectLst/>
                <a:uLnTx/>
                <a:uFillTx/>
                <a:latin typeface="Inter Light"/>
                <a:ea typeface="+mj-ea"/>
                <a:cs typeface="+mj-cs"/>
              </a:rPr>
              <a:t>Month Over Month Comparison</a:t>
            </a:r>
            <a:endParaRPr lang="en-US" dirty="0"/>
          </a:p>
        </p:txBody>
      </p:sp>
      <p:graphicFrame>
        <p:nvGraphicFramePr>
          <p:cNvPr id="11" name="Content Placeholder 7">
            <a:extLst>
              <a:ext uri="{FF2B5EF4-FFF2-40B4-BE49-F238E27FC236}">
                <a16:creationId xmlns:a16="http://schemas.microsoft.com/office/drawing/2014/main" id="{513391DA-ECD0-9947-A231-3700ADE07D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0602250"/>
              </p:ext>
            </p:extLst>
          </p:nvPr>
        </p:nvGraphicFramePr>
        <p:xfrm>
          <a:off x="2644881" y="1060704"/>
          <a:ext cx="6400800" cy="270700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673802">
                  <a:extLst>
                    <a:ext uri="{9D8B030D-6E8A-4147-A177-3AD203B41FA5}">
                      <a16:colId xmlns:a16="http://schemas.microsoft.com/office/drawing/2014/main" val="3418245233"/>
                    </a:ext>
                  </a:extLst>
                </a:gridCol>
                <a:gridCol w="1563568">
                  <a:extLst>
                    <a:ext uri="{9D8B030D-6E8A-4147-A177-3AD203B41FA5}">
                      <a16:colId xmlns:a16="http://schemas.microsoft.com/office/drawing/2014/main" val="251619454"/>
                    </a:ext>
                  </a:extLst>
                </a:gridCol>
                <a:gridCol w="1717135">
                  <a:extLst>
                    <a:ext uri="{9D8B030D-6E8A-4147-A177-3AD203B41FA5}">
                      <a16:colId xmlns:a16="http://schemas.microsoft.com/office/drawing/2014/main" val="2839257950"/>
                    </a:ext>
                  </a:extLst>
                </a:gridCol>
                <a:gridCol w="1446295">
                  <a:extLst>
                    <a:ext uri="{9D8B030D-6E8A-4147-A177-3AD203B41FA5}">
                      <a16:colId xmlns:a16="http://schemas.microsoft.com/office/drawing/2014/main" val="3032678099"/>
                    </a:ext>
                  </a:extLst>
                </a:gridCol>
              </a:tblGrid>
              <a:tr h="226558"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dirty="0" err="1"/>
                        <a:t>Month_Year</a:t>
                      </a:r>
                      <a:endParaRPr lang="en-US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dirty="0"/>
                        <a:t>Max Available Space (TB)</a:t>
                      </a:r>
                      <a:endParaRPr lang="en-US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Used Space (TB)</a:t>
                      </a: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Filled Percent</a:t>
                      </a: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1336350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--diskspace_monthly_Summary.csv[1]}}</a:t>
                      </a:r>
                      <a:endParaRPr lang="en-US"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--diskspace_monthly_Summary.csv[2]}}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--diskspace_monthly_Summary.csv[4]}}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--diskspace_monthly_Summary.csv[6]}}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9462000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nl-NL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9068710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9374551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9685137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5254101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3978741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nl-NL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3667607"/>
                  </a:ext>
                </a:extLst>
              </a:tr>
              <a:tr h="175447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191709"/>
                  </a:ext>
                </a:extLst>
              </a:tr>
              <a:tr h="175447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2530827"/>
                  </a:ext>
                </a:extLst>
              </a:tr>
              <a:tr h="175447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3472914"/>
                  </a:ext>
                </a:extLst>
              </a:tr>
              <a:tr h="175447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5020688"/>
                  </a:ext>
                </a:extLst>
              </a:tr>
              <a:tr h="175447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395563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F8CC3F5-6364-EEFF-0413-05C9879F2037}"/>
              </a:ext>
            </a:extLst>
          </p:cNvPr>
          <p:cNvSpPr>
            <a:spLocks/>
          </p:cNvSpPr>
          <p:nvPr/>
        </p:nvSpPr>
        <p:spPr>
          <a:xfrm>
            <a:off x="2438400" y="3584448"/>
            <a:ext cx="7315200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 err="1">
                <a:solidFill>
                  <a:schemeClr val="tx1"/>
                </a:solidFill>
              </a:rPr>
              <a:t>vhc</a:t>
            </a:r>
            <a:r>
              <a:rPr lang="en-GB" dirty="0">
                <a:solidFill>
                  <a:schemeClr val="tx1"/>
                </a:solidFill>
              </a:rPr>
              <a:t>--</a:t>
            </a:r>
            <a:r>
              <a:rPr lang="en-GB" dirty="0" err="1">
                <a:solidFill>
                  <a:schemeClr val="tx1"/>
                </a:solidFill>
              </a:rPr>
              <a:t>diskspace_monthly_Summary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64DF2-22E2-9F88-BDE0-343B36310EB7}"/>
              </a:ext>
            </a:extLst>
          </p:cNvPr>
          <p:cNvSpPr/>
          <p:nvPr/>
        </p:nvSpPr>
        <p:spPr>
          <a:xfrm>
            <a:off x="2438400" y="3584448"/>
            <a:ext cx="7315200" cy="2971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47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2E89-40CB-8744-99E6-5215A63C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38176"/>
          </a:xfrm>
        </p:spPr>
        <p:txBody>
          <a:bodyPr anchor="t" anchorCtr="0"/>
          <a:lstStyle/>
          <a:p>
            <a:r>
              <a:rPr kumimoji="0" lang="en-US" sz="2800" b="0" i="0" u="none" strike="noStrike" kern="1200" cap="none" spc="-30" normalizeH="0" baseline="0" noProof="0" dirty="0">
                <a:ln>
                  <a:noFill/>
                </a:ln>
                <a:solidFill>
                  <a:srgbClr val="00233C"/>
                </a:solidFill>
                <a:effectLst/>
                <a:uLnTx/>
                <a:uFillTx/>
                <a:latin typeface="Inter Light"/>
                <a:ea typeface="+mj-ea"/>
                <a:cs typeface="+mj-cs"/>
              </a:rPr>
              <a:t>Quarter Over Quarter Comparison</a:t>
            </a:r>
            <a:endParaRPr lang="en-US" dirty="0"/>
          </a:p>
        </p:txBody>
      </p:sp>
      <p:graphicFrame>
        <p:nvGraphicFramePr>
          <p:cNvPr id="11" name="Content Placeholder 7">
            <a:extLst>
              <a:ext uri="{FF2B5EF4-FFF2-40B4-BE49-F238E27FC236}">
                <a16:creationId xmlns:a16="http://schemas.microsoft.com/office/drawing/2014/main" id="{513391DA-ECD0-9947-A231-3700ADE07D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4043678"/>
              </p:ext>
            </p:extLst>
          </p:nvPr>
        </p:nvGraphicFramePr>
        <p:xfrm>
          <a:off x="2644881" y="1534940"/>
          <a:ext cx="6400800" cy="130653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673802">
                  <a:extLst>
                    <a:ext uri="{9D8B030D-6E8A-4147-A177-3AD203B41FA5}">
                      <a16:colId xmlns:a16="http://schemas.microsoft.com/office/drawing/2014/main" val="3418245233"/>
                    </a:ext>
                  </a:extLst>
                </a:gridCol>
                <a:gridCol w="1563568">
                  <a:extLst>
                    <a:ext uri="{9D8B030D-6E8A-4147-A177-3AD203B41FA5}">
                      <a16:colId xmlns:a16="http://schemas.microsoft.com/office/drawing/2014/main" val="251619454"/>
                    </a:ext>
                  </a:extLst>
                </a:gridCol>
                <a:gridCol w="1717135">
                  <a:extLst>
                    <a:ext uri="{9D8B030D-6E8A-4147-A177-3AD203B41FA5}">
                      <a16:colId xmlns:a16="http://schemas.microsoft.com/office/drawing/2014/main" val="2839257950"/>
                    </a:ext>
                  </a:extLst>
                </a:gridCol>
                <a:gridCol w="1446295">
                  <a:extLst>
                    <a:ext uri="{9D8B030D-6E8A-4147-A177-3AD203B41FA5}">
                      <a16:colId xmlns:a16="http://schemas.microsoft.com/office/drawing/2014/main" val="3032678099"/>
                    </a:ext>
                  </a:extLst>
                </a:gridCol>
              </a:tblGrid>
              <a:tr h="226558"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dirty="0"/>
                        <a:t>Quarter</a:t>
                      </a:r>
                      <a:endParaRPr lang="en-US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dirty="0"/>
                        <a:t>Max Available Space (TB)</a:t>
                      </a:r>
                      <a:endParaRPr lang="en-US" sz="900" b="1" i="0" u="none" strike="noStrike" baseline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Used Space (TB)</a:t>
                      </a: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defRPr sz="800">
                          <a:solidFill>
                            <a:schemeClr val="bg1"/>
                          </a:solidFill>
                          <a:latin typeface="+mn-lt"/>
                        </a:defRPr>
                      </a:pPr>
                      <a:r>
                        <a:rPr 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Filled Percent</a:t>
                      </a:r>
                    </a:p>
                  </a:txBody>
                  <a:tcPr marL="90000" marR="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1336350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--diskspace_quarterly_Summary.csv[1]}}</a:t>
                      </a:r>
                      <a:endParaRPr lang="en-US"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--diskspace_quarterly_Summary.csv[2]}}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--diskspace_quarterly_Summary.csv[4]}}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en-GB" sz="900" b="0" kern="1200" dirty="0" err="1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col:vhc</a:t>
                      </a:r>
                      <a:r>
                        <a:rPr lang="en-GB" sz="900" b="0" kern="1200" dirty="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--diskspace_quarterly_Summary.</a:t>
                      </a:r>
                      <a:r>
                        <a:rPr lang="en-GB" sz="900" b="0" kern="1200">
                          <a:solidFill>
                            <a:srgbClr val="6B767D"/>
                          </a:solidFill>
                          <a:latin typeface="+mn-lt"/>
                          <a:ea typeface="+mn-ea"/>
                          <a:cs typeface="+mn-cs"/>
                        </a:rPr>
                        <a:t>csv[6]}}</a:t>
                      </a:r>
                      <a:endParaRPr sz="900" b="0" kern="1200" dirty="0">
                        <a:solidFill>
                          <a:srgbClr val="6B767D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9462000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nl-NL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9068710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9374551"/>
                  </a:ext>
                </a:extLst>
              </a:tr>
              <a:tr h="174413">
                <a:tc>
                  <a:txBody>
                    <a:bodyPr/>
                    <a:lstStyle/>
                    <a:p>
                      <a:pPr algn="ct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0000" marR="7200" marT="8095" marB="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defRPr sz="900">
                          <a:solidFill>
                            <a:srgbClr val="6B767D"/>
                          </a:solidFill>
                          <a:latin typeface="+mn-lt"/>
                        </a:defRPr>
                      </a:pPr>
                      <a:endParaRPr sz="900" b="0" dirty="0"/>
                    </a:p>
                  </a:txBody>
                  <a:tcPr marL="90000" marR="457200" marT="8095" marB="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247970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F8CC3F5-6364-EEFF-0413-05C9879F2037}"/>
              </a:ext>
            </a:extLst>
          </p:cNvPr>
          <p:cNvSpPr>
            <a:spLocks/>
          </p:cNvSpPr>
          <p:nvPr/>
        </p:nvSpPr>
        <p:spPr>
          <a:xfrm>
            <a:off x="2438400" y="3065520"/>
            <a:ext cx="7315200" cy="3200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 err="1">
                <a:solidFill>
                  <a:schemeClr val="tx1"/>
                </a:solidFill>
              </a:rPr>
              <a:t>vhc</a:t>
            </a:r>
            <a:r>
              <a:rPr lang="en-GB" dirty="0">
                <a:solidFill>
                  <a:schemeClr val="tx1"/>
                </a:solidFill>
              </a:rPr>
              <a:t>--</a:t>
            </a:r>
            <a:r>
              <a:rPr lang="en-GB" dirty="0" err="1">
                <a:solidFill>
                  <a:schemeClr val="tx1"/>
                </a:solidFill>
              </a:rPr>
              <a:t>diskspace_quarterly_Summary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64DF2-22E2-9F88-BDE0-343B36310EB7}"/>
              </a:ext>
            </a:extLst>
          </p:cNvPr>
          <p:cNvSpPr/>
          <p:nvPr/>
        </p:nvSpPr>
        <p:spPr>
          <a:xfrm>
            <a:off x="2438400" y="3065520"/>
            <a:ext cx="7315200" cy="3200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563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6D6BC-BAB1-694F-940D-6411506F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86500"/>
            <a:ext cx="457200" cy="365760"/>
          </a:xfrm>
        </p:spPr>
        <p:txBody>
          <a:bodyPr/>
          <a:lstStyle/>
          <a:p>
            <a:fld id="{0885F5B2-48F7-4F18-A961-C29AAE44EB5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C2C39E-3C73-8A4F-96B5-C98575055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0320"/>
            <a:ext cx="7955280" cy="1600199"/>
          </a:xfrm>
        </p:spPr>
        <p:txBody>
          <a:bodyPr/>
          <a:lstStyle/>
          <a:p>
            <a:r>
              <a:rPr lang="en-US" sz="4400" dirty="0"/>
              <a:t>CPU Usage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288B1-A9AF-1A44-8753-EFA7AB07B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931920"/>
            <a:ext cx="7955280" cy="1013459"/>
          </a:xfrm>
        </p:spPr>
        <p:txBody>
          <a:bodyPr/>
          <a:lstStyle/>
          <a:p>
            <a:r>
              <a:rPr lang="en-US" dirty="0"/>
              <a:t>{{</a:t>
            </a:r>
            <a:r>
              <a:rPr lang="en-US" dirty="0" err="1"/>
              <a:t>val:vhc</a:t>
            </a:r>
            <a:r>
              <a:rPr lang="en-US" dirty="0"/>
              <a:t>--intro.csv[1:1]}}</a:t>
            </a:r>
          </a:p>
        </p:txBody>
      </p:sp>
    </p:spTree>
    <p:extLst>
      <p:ext uri="{BB962C8B-B14F-4D97-AF65-F5344CB8AC3E}">
        <p14:creationId xmlns:p14="http://schemas.microsoft.com/office/powerpoint/2010/main" val="1561491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2E89-40CB-8744-99E6-5215A63C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38176"/>
          </a:xfrm>
        </p:spPr>
        <p:txBody>
          <a:bodyPr anchor="t" anchorCtr="0"/>
          <a:lstStyle/>
          <a:p>
            <a:r>
              <a:rPr kumimoji="0" lang="en-US" sz="2800" b="0" i="0" u="none" strike="noStrike" kern="1200" cap="none" spc="-30" normalizeH="0" baseline="0" noProof="0" dirty="0">
                <a:ln>
                  <a:noFill/>
                </a:ln>
                <a:solidFill>
                  <a:srgbClr val="00233C"/>
                </a:solidFill>
                <a:effectLst/>
                <a:uLnTx/>
                <a:uFillTx/>
                <a:latin typeface="Inter Light"/>
                <a:ea typeface="+mj-ea"/>
                <a:cs typeface="+mj-cs"/>
              </a:rPr>
              <a:t>Average CPU Usage Comparison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CC3F5-6364-EEFF-0413-05C9879F2037}"/>
              </a:ext>
            </a:extLst>
          </p:cNvPr>
          <p:cNvSpPr>
            <a:spLocks/>
          </p:cNvSpPr>
          <p:nvPr/>
        </p:nvSpPr>
        <p:spPr>
          <a:xfrm>
            <a:off x="587481" y="1943100"/>
            <a:ext cx="5943600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 err="1">
                <a:solidFill>
                  <a:schemeClr val="tx1"/>
                </a:solidFill>
              </a:rPr>
              <a:t>vhc</a:t>
            </a:r>
            <a:r>
              <a:rPr lang="en-GB" dirty="0">
                <a:solidFill>
                  <a:schemeClr val="tx1"/>
                </a:solidFill>
              </a:rPr>
              <a:t>--</a:t>
            </a:r>
            <a:r>
              <a:rPr lang="en-GB" dirty="0" err="1">
                <a:solidFill>
                  <a:schemeClr val="tx1"/>
                </a:solidFill>
              </a:rPr>
              <a:t>system_monthly_cpu_summary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64DF2-22E2-9F88-BDE0-343B36310EB7}"/>
              </a:ext>
            </a:extLst>
          </p:cNvPr>
          <p:cNvSpPr/>
          <p:nvPr/>
        </p:nvSpPr>
        <p:spPr>
          <a:xfrm>
            <a:off x="587481" y="1943100"/>
            <a:ext cx="5943600" cy="2971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923ECB-A08C-B548-5F19-BDD9AE12B9F1}"/>
              </a:ext>
            </a:extLst>
          </p:cNvPr>
          <p:cNvSpPr>
            <a:spLocks/>
          </p:cNvSpPr>
          <p:nvPr/>
        </p:nvSpPr>
        <p:spPr>
          <a:xfrm>
            <a:off x="7032519" y="1943100"/>
            <a:ext cx="4572000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 err="1">
                <a:solidFill>
                  <a:schemeClr val="tx1"/>
                </a:solidFill>
              </a:rPr>
              <a:t>vhc</a:t>
            </a:r>
            <a:r>
              <a:rPr lang="en-GB" dirty="0">
                <a:solidFill>
                  <a:schemeClr val="tx1"/>
                </a:solidFill>
              </a:rPr>
              <a:t>--</a:t>
            </a:r>
            <a:r>
              <a:rPr lang="en-GB" dirty="0" err="1">
                <a:solidFill>
                  <a:schemeClr val="tx1"/>
                </a:solidFill>
              </a:rPr>
              <a:t>system_quarterly_cpu_summary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DE6BEF-6676-9F08-87D7-C699893146D6}"/>
              </a:ext>
            </a:extLst>
          </p:cNvPr>
          <p:cNvSpPr/>
          <p:nvPr/>
        </p:nvSpPr>
        <p:spPr>
          <a:xfrm>
            <a:off x="7032519" y="1943100"/>
            <a:ext cx="4572000" cy="2971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C4F6B-5470-E49C-09DF-A88FDA1E4E54}"/>
              </a:ext>
            </a:extLst>
          </p:cNvPr>
          <p:cNvSpPr txBox="1"/>
          <p:nvPr/>
        </p:nvSpPr>
        <p:spPr>
          <a:xfrm>
            <a:off x="1142259" y="5360432"/>
            <a:ext cx="9703293" cy="442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en-US" sz="1200" dirty="0"/>
              <a:t>Average CPU Use% is calculated against enabled capacity under COD. For instance, with 54% of total CPU enabled, utilization can go as high as 100% of the enabled capacity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DDEB2-257C-D502-444D-D0B0A955608D}"/>
              </a:ext>
            </a:extLst>
          </p:cNvPr>
          <p:cNvSpPr txBox="1"/>
          <p:nvPr/>
        </p:nvSpPr>
        <p:spPr>
          <a:xfrm>
            <a:off x="548640" y="731520"/>
            <a:ext cx="767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CPU COD Adjusted, Total Active: {{</a:t>
            </a:r>
            <a:r>
              <a:rPr lang="en-US" dirty="0" err="1"/>
              <a:t>val:oap</a:t>
            </a:r>
            <a:r>
              <a:rPr lang="en-US" dirty="0"/>
              <a:t>--</a:t>
            </a:r>
            <a:r>
              <a:rPr lang="en-US" dirty="0" err="1"/>
              <a:t>COD.csv</a:t>
            </a:r>
            <a:r>
              <a:rPr lang="en-US" dirty="0"/>
              <a:t>[3:2]}}%</a:t>
            </a:r>
          </a:p>
        </p:txBody>
      </p:sp>
    </p:spTree>
    <p:extLst>
      <p:ext uri="{BB962C8B-B14F-4D97-AF65-F5344CB8AC3E}">
        <p14:creationId xmlns:p14="http://schemas.microsoft.com/office/powerpoint/2010/main" val="96529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F1C87-822B-F587-131C-34C149E2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0C457-5050-40FB-CFBF-C4715CE9B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38176"/>
          </a:xfrm>
        </p:spPr>
        <p:txBody>
          <a:bodyPr anchor="t" anchorCtr="0"/>
          <a:lstStyle/>
          <a:p>
            <a:r>
              <a:rPr kumimoji="0" lang="en-US" sz="2800" b="0" i="0" u="none" strike="noStrike" kern="1200" cap="none" spc="-30" normalizeH="0" baseline="0" noProof="0" dirty="0">
                <a:ln>
                  <a:noFill/>
                </a:ln>
                <a:solidFill>
                  <a:srgbClr val="00233C"/>
                </a:solidFill>
                <a:effectLst/>
                <a:uLnTx/>
                <a:uFillTx/>
                <a:latin typeface="Inter Light"/>
                <a:ea typeface="+mj-ea"/>
                <a:cs typeface="+mj-cs"/>
              </a:rPr>
              <a:t>Peak CPU Usage Comparison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45C96E-F9D8-45CC-8BA9-57EA9859074A}"/>
              </a:ext>
            </a:extLst>
          </p:cNvPr>
          <p:cNvSpPr>
            <a:spLocks/>
          </p:cNvSpPr>
          <p:nvPr/>
        </p:nvSpPr>
        <p:spPr>
          <a:xfrm>
            <a:off x="587481" y="1943100"/>
            <a:ext cx="5943600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 err="1">
                <a:solidFill>
                  <a:schemeClr val="tx1"/>
                </a:solidFill>
              </a:rPr>
              <a:t>vhc</a:t>
            </a:r>
            <a:r>
              <a:rPr lang="en-GB" dirty="0">
                <a:solidFill>
                  <a:schemeClr val="tx1"/>
                </a:solidFill>
              </a:rPr>
              <a:t>--</a:t>
            </a:r>
            <a:r>
              <a:rPr lang="en-GB" dirty="0" err="1">
                <a:solidFill>
                  <a:schemeClr val="tx1"/>
                </a:solidFill>
              </a:rPr>
              <a:t>system_monthly_peak_cpu_summary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B7311F-C9DC-73EB-B90F-EDA24CF6C373}"/>
              </a:ext>
            </a:extLst>
          </p:cNvPr>
          <p:cNvSpPr/>
          <p:nvPr/>
        </p:nvSpPr>
        <p:spPr>
          <a:xfrm>
            <a:off x="587481" y="1943100"/>
            <a:ext cx="5943600" cy="2971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4F2E35-B6BA-B511-3C9E-C4231B4893ED}"/>
              </a:ext>
            </a:extLst>
          </p:cNvPr>
          <p:cNvSpPr>
            <a:spLocks/>
          </p:cNvSpPr>
          <p:nvPr/>
        </p:nvSpPr>
        <p:spPr>
          <a:xfrm>
            <a:off x="7032519" y="1943100"/>
            <a:ext cx="4572000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 err="1">
                <a:solidFill>
                  <a:schemeClr val="tx1"/>
                </a:solidFill>
              </a:rPr>
              <a:t>vhc</a:t>
            </a:r>
            <a:r>
              <a:rPr lang="en-GB" dirty="0">
                <a:solidFill>
                  <a:schemeClr val="tx1"/>
                </a:solidFill>
              </a:rPr>
              <a:t>--</a:t>
            </a:r>
            <a:r>
              <a:rPr lang="en-GB" dirty="0" err="1">
                <a:solidFill>
                  <a:schemeClr val="tx1"/>
                </a:solidFill>
              </a:rPr>
              <a:t>system_quarterly_peak_cpu_summary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43BB1C-E648-48D9-CCFD-DEB95792D6D9}"/>
              </a:ext>
            </a:extLst>
          </p:cNvPr>
          <p:cNvSpPr/>
          <p:nvPr/>
        </p:nvSpPr>
        <p:spPr>
          <a:xfrm>
            <a:off x="7032519" y="1943100"/>
            <a:ext cx="4572000" cy="2971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9FA3A-30C7-F602-84A9-490AF1D441F5}"/>
              </a:ext>
            </a:extLst>
          </p:cNvPr>
          <p:cNvSpPr txBox="1"/>
          <p:nvPr/>
        </p:nvSpPr>
        <p:spPr>
          <a:xfrm>
            <a:off x="1143000" y="5358384"/>
            <a:ext cx="9703293" cy="442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en-US" sz="1200" dirty="0"/>
              <a:t>Peak CPU Use% is calculated against enabled capacity under COD. For instance, with 54% of total CPU enabled, utilization can go as high as 100% of the enabled capacity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DFA4B1-FB10-1AFD-5181-D3423BCEB924}"/>
              </a:ext>
            </a:extLst>
          </p:cNvPr>
          <p:cNvSpPr txBox="1"/>
          <p:nvPr/>
        </p:nvSpPr>
        <p:spPr>
          <a:xfrm>
            <a:off x="548640" y="731520"/>
            <a:ext cx="767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CPU COD Adjusted, Total Active: {{</a:t>
            </a:r>
            <a:r>
              <a:rPr lang="en-US" dirty="0" err="1"/>
              <a:t>val:oap</a:t>
            </a:r>
            <a:r>
              <a:rPr lang="en-US" dirty="0"/>
              <a:t>--</a:t>
            </a:r>
            <a:r>
              <a:rPr lang="en-US" dirty="0" err="1"/>
              <a:t>COD.csv</a:t>
            </a:r>
            <a:r>
              <a:rPr lang="en-US" dirty="0"/>
              <a:t>[3:2]}}%</a:t>
            </a:r>
          </a:p>
        </p:txBody>
      </p:sp>
    </p:spTree>
    <p:extLst>
      <p:ext uri="{BB962C8B-B14F-4D97-AF65-F5344CB8AC3E}">
        <p14:creationId xmlns:p14="http://schemas.microsoft.com/office/powerpoint/2010/main" val="33467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2E89-40CB-8744-99E6-5215A63C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38176"/>
          </a:xfrm>
        </p:spPr>
        <p:txBody>
          <a:bodyPr anchor="t" anchorCtr="0"/>
          <a:lstStyle/>
          <a:p>
            <a:r>
              <a:rPr lang="en-US" b="0" dirty="0">
                <a:solidFill>
                  <a:srgbClr val="00233C"/>
                </a:solidFill>
                <a:latin typeface="Inter Light"/>
              </a:rPr>
              <a:t>Monthly CPU Usage Heatmap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CC3F5-6364-EEFF-0413-05C9879F2037}"/>
              </a:ext>
            </a:extLst>
          </p:cNvPr>
          <p:cNvSpPr>
            <a:spLocks/>
          </p:cNvSpPr>
          <p:nvPr/>
        </p:nvSpPr>
        <p:spPr>
          <a:xfrm>
            <a:off x="1730481" y="1577002"/>
            <a:ext cx="8229600" cy="457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 err="1">
                <a:solidFill>
                  <a:schemeClr val="tx1"/>
                </a:solidFill>
              </a:rPr>
              <a:t>vhc</a:t>
            </a:r>
            <a:r>
              <a:rPr lang="en-GB" dirty="0">
                <a:solidFill>
                  <a:schemeClr val="tx1"/>
                </a:solidFill>
              </a:rPr>
              <a:t>--</a:t>
            </a:r>
            <a:r>
              <a:rPr lang="en-GB" dirty="0" err="1">
                <a:solidFill>
                  <a:schemeClr val="tx1"/>
                </a:solidFill>
              </a:rPr>
              <a:t>system_monthly_cpu_heatmap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64DF2-22E2-9F88-BDE0-343B36310EB7}"/>
              </a:ext>
            </a:extLst>
          </p:cNvPr>
          <p:cNvSpPr/>
          <p:nvPr/>
        </p:nvSpPr>
        <p:spPr>
          <a:xfrm>
            <a:off x="1730481" y="1577003"/>
            <a:ext cx="8229600" cy="4571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9416FD-C97E-F12D-AECC-E46FC09A015E}"/>
              </a:ext>
            </a:extLst>
          </p:cNvPr>
          <p:cNvSpPr txBox="1"/>
          <p:nvPr/>
        </p:nvSpPr>
        <p:spPr>
          <a:xfrm>
            <a:off x="548640" y="731520"/>
            <a:ext cx="767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CPU COD Adjusted, Total Active: {{</a:t>
            </a:r>
            <a:r>
              <a:rPr lang="en-US" dirty="0" err="1"/>
              <a:t>val:oap</a:t>
            </a:r>
            <a:r>
              <a:rPr lang="en-US" dirty="0"/>
              <a:t>--</a:t>
            </a:r>
            <a:r>
              <a:rPr lang="en-US" dirty="0" err="1"/>
              <a:t>COD.csv</a:t>
            </a:r>
            <a:r>
              <a:rPr lang="en-US" dirty="0"/>
              <a:t>[3:2]}}%</a:t>
            </a:r>
          </a:p>
        </p:txBody>
      </p:sp>
    </p:spTree>
    <p:extLst>
      <p:ext uri="{BB962C8B-B14F-4D97-AF65-F5344CB8AC3E}">
        <p14:creationId xmlns:p14="http://schemas.microsoft.com/office/powerpoint/2010/main" val="2195720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8B85E-5624-215A-4102-10613F92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24F6-6D6F-888A-8EB4-451AAE29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38176"/>
          </a:xfrm>
        </p:spPr>
        <p:txBody>
          <a:bodyPr anchor="t" anchorCtr="0"/>
          <a:lstStyle/>
          <a:p>
            <a:r>
              <a:rPr lang="en-US" b="0" dirty="0">
                <a:solidFill>
                  <a:srgbClr val="00233C"/>
                </a:solidFill>
                <a:latin typeface="Inter Light"/>
              </a:rPr>
              <a:t>Monthly Peak CPU Usage Heatmap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0F5E87-F20C-BC2B-AF80-7D1E0F0C9A4D}"/>
              </a:ext>
            </a:extLst>
          </p:cNvPr>
          <p:cNvSpPr>
            <a:spLocks/>
          </p:cNvSpPr>
          <p:nvPr/>
        </p:nvSpPr>
        <p:spPr>
          <a:xfrm>
            <a:off x="1730481" y="1554480"/>
            <a:ext cx="8229600" cy="457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>
                <a:solidFill>
                  <a:schemeClr val="tx1"/>
                </a:solidFill>
              </a:rPr>
              <a:t>vhc--system_monthly_peak_cpu_heatmap.png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8A802-3DD0-7788-7263-D95AB6F4781F}"/>
              </a:ext>
            </a:extLst>
          </p:cNvPr>
          <p:cNvSpPr/>
          <p:nvPr/>
        </p:nvSpPr>
        <p:spPr>
          <a:xfrm>
            <a:off x="1730481" y="1554480"/>
            <a:ext cx="8229600" cy="4571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E75E4C-7481-9F30-3CD0-164D407346AE}"/>
              </a:ext>
            </a:extLst>
          </p:cNvPr>
          <p:cNvSpPr txBox="1"/>
          <p:nvPr/>
        </p:nvSpPr>
        <p:spPr>
          <a:xfrm>
            <a:off x="548640" y="731520"/>
            <a:ext cx="767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CPU COD Adjusted, Total Active: {{</a:t>
            </a:r>
            <a:r>
              <a:rPr lang="en-US" dirty="0" err="1"/>
              <a:t>val:oap</a:t>
            </a:r>
            <a:r>
              <a:rPr lang="en-US" dirty="0"/>
              <a:t>--</a:t>
            </a:r>
            <a:r>
              <a:rPr lang="en-US" dirty="0" err="1"/>
              <a:t>COD.csv</a:t>
            </a:r>
            <a:r>
              <a:rPr lang="en-US" dirty="0"/>
              <a:t>[3:2]}}%</a:t>
            </a:r>
          </a:p>
        </p:txBody>
      </p:sp>
    </p:spTree>
    <p:extLst>
      <p:ext uri="{BB962C8B-B14F-4D97-AF65-F5344CB8AC3E}">
        <p14:creationId xmlns:p14="http://schemas.microsoft.com/office/powerpoint/2010/main" val="1775917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26D6BC-BAB1-694F-940D-6411506F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86500"/>
            <a:ext cx="457200" cy="365760"/>
          </a:xfrm>
        </p:spPr>
        <p:txBody>
          <a:bodyPr/>
          <a:lstStyle/>
          <a:p>
            <a:fld id="{0885F5B2-48F7-4F18-A961-C29AAE44EB5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C2C39E-3C73-8A4F-96B5-C98575055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0320"/>
            <a:ext cx="7955280" cy="1600199"/>
          </a:xfrm>
        </p:spPr>
        <p:txBody>
          <a:bodyPr/>
          <a:lstStyle/>
          <a:p>
            <a:r>
              <a:rPr lang="en-US" sz="4400" dirty="0"/>
              <a:t>IO Busy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288B1-A9AF-1A44-8753-EFA7AB07B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931920"/>
            <a:ext cx="7955280" cy="1013459"/>
          </a:xfrm>
        </p:spPr>
        <p:txBody>
          <a:bodyPr/>
          <a:lstStyle/>
          <a:p>
            <a:r>
              <a:rPr lang="en-US" dirty="0"/>
              <a:t>{{</a:t>
            </a:r>
            <a:r>
              <a:rPr lang="en-US" dirty="0" err="1"/>
              <a:t>val:vhc</a:t>
            </a:r>
            <a:r>
              <a:rPr lang="en-US" dirty="0"/>
              <a:t>--intro.csv[1:1]}}</a:t>
            </a:r>
          </a:p>
        </p:txBody>
      </p:sp>
    </p:spTree>
    <p:extLst>
      <p:ext uri="{BB962C8B-B14F-4D97-AF65-F5344CB8AC3E}">
        <p14:creationId xmlns:p14="http://schemas.microsoft.com/office/powerpoint/2010/main" val="1122977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2E89-40CB-8744-99E6-5215A63C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38176"/>
          </a:xfrm>
        </p:spPr>
        <p:txBody>
          <a:bodyPr anchor="t" anchorCtr="0"/>
          <a:lstStyle/>
          <a:p>
            <a:r>
              <a:rPr kumimoji="0" lang="en-US" sz="2800" b="0" i="0" u="none" strike="noStrike" kern="1200" cap="none" spc="-30" normalizeH="0" baseline="0" noProof="0" dirty="0">
                <a:ln>
                  <a:noFill/>
                </a:ln>
                <a:solidFill>
                  <a:srgbClr val="00233C"/>
                </a:solidFill>
                <a:effectLst/>
                <a:uLnTx/>
                <a:uFillTx/>
                <a:latin typeface="Inter Light"/>
                <a:ea typeface="+mj-ea"/>
                <a:cs typeface="+mj-cs"/>
              </a:rPr>
              <a:t>Average IO Busy Comparison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CC3F5-6364-EEFF-0413-05C9879F2037}"/>
              </a:ext>
            </a:extLst>
          </p:cNvPr>
          <p:cNvSpPr>
            <a:spLocks/>
          </p:cNvSpPr>
          <p:nvPr/>
        </p:nvSpPr>
        <p:spPr>
          <a:xfrm>
            <a:off x="587481" y="1943100"/>
            <a:ext cx="5943600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 err="1">
                <a:solidFill>
                  <a:schemeClr val="tx1"/>
                </a:solidFill>
              </a:rPr>
              <a:t>vhc</a:t>
            </a:r>
            <a:r>
              <a:rPr lang="en-GB" dirty="0">
                <a:solidFill>
                  <a:schemeClr val="tx1"/>
                </a:solidFill>
              </a:rPr>
              <a:t>--</a:t>
            </a:r>
            <a:r>
              <a:rPr lang="en-GB" dirty="0" err="1">
                <a:solidFill>
                  <a:schemeClr val="tx1"/>
                </a:solidFill>
              </a:rPr>
              <a:t>system_monthly_io_summary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64DF2-22E2-9F88-BDE0-343B36310EB7}"/>
              </a:ext>
            </a:extLst>
          </p:cNvPr>
          <p:cNvSpPr/>
          <p:nvPr/>
        </p:nvSpPr>
        <p:spPr>
          <a:xfrm>
            <a:off x="587481" y="1943100"/>
            <a:ext cx="5943600" cy="2971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923ECB-A08C-B548-5F19-BDD9AE12B9F1}"/>
              </a:ext>
            </a:extLst>
          </p:cNvPr>
          <p:cNvSpPr>
            <a:spLocks/>
          </p:cNvSpPr>
          <p:nvPr/>
        </p:nvSpPr>
        <p:spPr>
          <a:xfrm>
            <a:off x="7032519" y="1943100"/>
            <a:ext cx="4572000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 err="1">
                <a:solidFill>
                  <a:schemeClr val="tx1"/>
                </a:solidFill>
              </a:rPr>
              <a:t>vhc</a:t>
            </a:r>
            <a:r>
              <a:rPr lang="en-GB" dirty="0">
                <a:solidFill>
                  <a:schemeClr val="tx1"/>
                </a:solidFill>
              </a:rPr>
              <a:t>--</a:t>
            </a:r>
            <a:r>
              <a:rPr lang="en-GB" dirty="0" err="1">
                <a:solidFill>
                  <a:schemeClr val="tx1"/>
                </a:solidFill>
              </a:rPr>
              <a:t>system_quarterly_io_summary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DE6BEF-6676-9F08-87D7-C699893146D6}"/>
              </a:ext>
            </a:extLst>
          </p:cNvPr>
          <p:cNvSpPr/>
          <p:nvPr/>
        </p:nvSpPr>
        <p:spPr>
          <a:xfrm>
            <a:off x="7032519" y="1943100"/>
            <a:ext cx="4572000" cy="2971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A71EB-B994-EFDE-C951-BA0D6BBEB787}"/>
              </a:ext>
            </a:extLst>
          </p:cNvPr>
          <p:cNvSpPr txBox="1"/>
          <p:nvPr/>
        </p:nvSpPr>
        <p:spPr>
          <a:xfrm>
            <a:off x="548640" y="731520"/>
            <a:ext cx="7584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>
                <a:solidFill/>
              </a:defRPr>
            </a:pPr>
            <a:r>
              <a:rPr dirty="0"/>
              <a:t>IO COD Adjusted, Total Active: 100.00%</a:t>
            </a:r>
          </a:p>
        </p:txBody>
      </p:sp>
    </p:spTree>
    <p:extLst>
      <p:ext uri="{BB962C8B-B14F-4D97-AF65-F5344CB8AC3E}">
        <p14:creationId xmlns:p14="http://schemas.microsoft.com/office/powerpoint/2010/main" val="2157961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2E89-40CB-8744-99E6-5215A63C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538176"/>
          </a:xfrm>
        </p:spPr>
        <p:txBody>
          <a:bodyPr anchor="t" anchorCtr="0"/>
          <a:lstStyle/>
          <a:p>
            <a:r>
              <a:rPr lang="en-US" b="0" dirty="0">
                <a:solidFill>
                  <a:srgbClr val="00233C"/>
                </a:solidFill>
                <a:latin typeface="Inter Light"/>
              </a:rPr>
              <a:t>Monthly IO Busy Heatmap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CC3F5-6364-EEFF-0413-05C9879F2037}"/>
              </a:ext>
            </a:extLst>
          </p:cNvPr>
          <p:cNvSpPr>
            <a:spLocks/>
          </p:cNvSpPr>
          <p:nvPr/>
        </p:nvSpPr>
        <p:spPr>
          <a:xfrm>
            <a:off x="1730481" y="1314720"/>
            <a:ext cx="8229600" cy="457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{{pic:</a:t>
            </a:r>
            <a:r>
              <a:rPr lang="en-GB" dirty="0" err="1">
                <a:solidFill>
                  <a:schemeClr val="tx1"/>
                </a:solidFill>
              </a:rPr>
              <a:t>vhc</a:t>
            </a:r>
            <a:r>
              <a:rPr lang="en-GB" dirty="0">
                <a:solidFill>
                  <a:schemeClr val="tx1"/>
                </a:solidFill>
              </a:rPr>
              <a:t>--</a:t>
            </a:r>
            <a:r>
              <a:rPr lang="en-GB" dirty="0" err="1">
                <a:solidFill>
                  <a:schemeClr val="tx1"/>
                </a:solidFill>
              </a:rPr>
              <a:t>system_monthly_io_heatmap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en-US" dirty="0" err="1">
                <a:solidFill>
                  <a:schemeClr val="tx1"/>
                </a:solidFill>
              </a:rPr>
              <a:t>png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64DF2-22E2-9F88-BDE0-343B36310EB7}"/>
              </a:ext>
            </a:extLst>
          </p:cNvPr>
          <p:cNvSpPr/>
          <p:nvPr/>
        </p:nvSpPr>
        <p:spPr>
          <a:xfrm>
            <a:off x="1730481" y="1314720"/>
            <a:ext cx="8229600" cy="4571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85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046739"/>
      </p:ext>
    </p:extLst>
  </p:cSld>
  <p:clrMapOvr>
    <a:masterClrMapping/>
  </p:clrMapOvr>
</p:sld>
</file>

<file path=ppt/theme/theme1.xml><?xml version="1.0" encoding="utf-8"?>
<a:theme xmlns:a="http://schemas.openxmlformats.org/drawingml/2006/main" name="Teradata">
  <a:themeElements>
    <a:clrScheme name="Teradata">
      <a:dk1>
        <a:srgbClr val="00233C"/>
      </a:dk1>
      <a:lt1>
        <a:srgbClr val="FFFFFF"/>
      </a:lt1>
      <a:dk2>
        <a:srgbClr val="FF5F02"/>
      </a:dk2>
      <a:lt2>
        <a:srgbClr val="CCD3D8"/>
      </a:lt2>
      <a:accent1>
        <a:srgbClr val="3053F3"/>
      </a:accent1>
      <a:accent2>
        <a:srgbClr val="667B8A"/>
      </a:accent2>
      <a:accent3>
        <a:srgbClr val="C3B7F1"/>
      </a:accent3>
      <a:accent4>
        <a:srgbClr val="99A7B1"/>
      </a:accent4>
      <a:accent5>
        <a:srgbClr val="04CE7E"/>
      </a:accent5>
      <a:accent6>
        <a:srgbClr val="334F63"/>
      </a:accent6>
      <a:hlink>
        <a:srgbClr val="00233C"/>
      </a:hlink>
      <a:folHlink>
        <a:srgbClr val="00233C"/>
      </a:folHlink>
    </a:clrScheme>
    <a:fontScheme name="Teradata revised">
      <a:majorFont>
        <a:latin typeface="Inter Ligh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/>
      <a:lstStyle>
        <a:defPPr algn="l">
          <a:spcAft>
            <a:spcPts val="800"/>
          </a:spcAft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800"/>
          </a:spcAft>
          <a:defRPr/>
        </a:defPPr>
      </a:lstStyle>
    </a:txDef>
  </a:objectDefaults>
  <a:extraClrSchemeLst/>
  <a:custClrLst>
    <a:custClr name="383838">
      <a:srgbClr val="383838"/>
    </a:custClr>
    <a:custClr name="565656">
      <a:srgbClr val="565656"/>
    </a:custClr>
    <a:custClr name="6c6c6c">
      <a:srgbClr val="6C6C6C"/>
    </a:custClr>
    <a:custClr name="888888">
      <a:srgbClr val="888888"/>
    </a:custClr>
    <a:custClr name="a6a6a6">
      <a:srgbClr val="A6A6A6"/>
    </a:custClr>
    <a:custClr name="c4c4c4">
      <a:srgbClr val="C4C4C4"/>
    </a:custClr>
    <a:custClr name="e1e1e1">
      <a:srgbClr val="E1E1E1"/>
    </a:custClr>
    <a:custClr name="f3f3f3">
      <a:srgbClr val="F3F3F3"/>
    </a:custClr>
  </a:custClrLst>
  <a:extLst>
    <a:ext uri="{05A4C25C-085E-4340-85A3-A5531E510DB2}">
      <thm15:themeFamily xmlns:thm15="http://schemas.microsoft.com/office/thememl/2012/main" name="ter_ppt_template_230801.potx" id="{68641B98-514F-1D41-8D6D-B3CE0A1E7DF3}" vid="{E11A36CB-027A-6941-85E2-1427F5390006}"/>
    </a:ext>
  </a:extLst>
</a:theme>
</file>

<file path=ppt/theme/theme2.xml><?xml version="1.0" encoding="utf-8"?>
<a:theme xmlns:a="http://schemas.openxmlformats.org/drawingml/2006/main" name="Office Theme">
  <a:themeElements>
    <a:clrScheme name="Teradata">
      <a:dk1>
        <a:srgbClr val="00233C"/>
      </a:dk1>
      <a:lt1>
        <a:srgbClr val="FFFFFF"/>
      </a:lt1>
      <a:dk2>
        <a:srgbClr val="FF5F02"/>
      </a:dk2>
      <a:lt2>
        <a:srgbClr val="CCD3D8"/>
      </a:lt2>
      <a:accent1>
        <a:srgbClr val="3053F3"/>
      </a:accent1>
      <a:accent2>
        <a:srgbClr val="667B8A"/>
      </a:accent2>
      <a:accent3>
        <a:srgbClr val="C3B7F1"/>
      </a:accent3>
      <a:accent4>
        <a:srgbClr val="99A7B1"/>
      </a:accent4>
      <a:accent5>
        <a:srgbClr val="04CE7E"/>
      </a:accent5>
      <a:accent6>
        <a:srgbClr val="334F63"/>
      </a:accent6>
      <a:hlink>
        <a:srgbClr val="00233C"/>
      </a:hlink>
      <a:folHlink>
        <a:srgbClr val="00233C"/>
      </a:folHlink>
    </a:clrScheme>
    <a:fontScheme name="Teradata revised">
      <a:majorFont>
        <a:latin typeface="Inter Ligh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radata">
      <a:dk1>
        <a:srgbClr val="00233C"/>
      </a:dk1>
      <a:lt1>
        <a:srgbClr val="FFFFFF"/>
      </a:lt1>
      <a:dk2>
        <a:srgbClr val="FF5F02"/>
      </a:dk2>
      <a:lt2>
        <a:srgbClr val="CCD3D8"/>
      </a:lt2>
      <a:accent1>
        <a:srgbClr val="3053F3"/>
      </a:accent1>
      <a:accent2>
        <a:srgbClr val="667B8A"/>
      </a:accent2>
      <a:accent3>
        <a:srgbClr val="C3B7F1"/>
      </a:accent3>
      <a:accent4>
        <a:srgbClr val="99A7B1"/>
      </a:accent4>
      <a:accent5>
        <a:srgbClr val="04CE7E"/>
      </a:accent5>
      <a:accent6>
        <a:srgbClr val="334F63"/>
      </a:accent6>
      <a:hlink>
        <a:srgbClr val="00233C"/>
      </a:hlink>
      <a:folHlink>
        <a:srgbClr val="00233C"/>
      </a:folHlink>
    </a:clrScheme>
    <a:fontScheme name="Teradata revised">
      <a:majorFont>
        <a:latin typeface="Inter Ligh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Teradata</Template>
  <TotalTime>993</TotalTime>
  <Words>986</Words>
  <Application>Microsoft Office PowerPoint</Application>
  <PresentationFormat>Widescreen</PresentationFormat>
  <Paragraphs>109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Inter</vt:lpstr>
      <vt:lpstr>Arial</vt:lpstr>
      <vt:lpstr>Inter Light</vt:lpstr>
      <vt:lpstr>Inter SemiBold</vt:lpstr>
      <vt:lpstr>Teradata</vt:lpstr>
      <vt:lpstr>Teradata Vantage Health Check Trends</vt:lpstr>
      <vt:lpstr>Agenda: Vantage Health Check (VHC) Trends</vt:lpstr>
      <vt:lpstr>Activity Count</vt:lpstr>
      <vt:lpstr>Month Over Month Comparison</vt:lpstr>
      <vt:lpstr>Quarter Over Quarter Comparison</vt:lpstr>
      <vt:lpstr>Disk Space</vt:lpstr>
      <vt:lpstr>Month Over Month Comparison</vt:lpstr>
      <vt:lpstr>Quarter Over Quarter Comparison</vt:lpstr>
      <vt:lpstr>CPU Usage</vt:lpstr>
      <vt:lpstr>Average CPU Usage Comparison</vt:lpstr>
      <vt:lpstr>Peak CPU Usage Comparison</vt:lpstr>
      <vt:lpstr>Monthly CPU Usage Heatmap</vt:lpstr>
      <vt:lpstr>Monthly Peak CPU Usage Heatmap</vt:lpstr>
      <vt:lpstr>IO Busy</vt:lpstr>
      <vt:lpstr>Average IO Busy Comparison</vt:lpstr>
      <vt:lpstr>Monthly IO Busy Heatmap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you begin: Inter typeface test</dc:title>
  <dc:subject/>
  <dc:creator>Tonnu, Chanel</dc:creator>
  <cp:keywords/>
  <dc:description/>
  <cp:lastModifiedBy>Munir, Hassan</cp:lastModifiedBy>
  <cp:revision>135</cp:revision>
  <dcterms:created xsi:type="dcterms:W3CDTF">2023-09-29T21:44:38Z</dcterms:created>
  <dcterms:modified xsi:type="dcterms:W3CDTF">2025-12-01T16:14:02Z</dcterms:modified>
  <cp:category/>
</cp:coreProperties>
</file>